
<file path=[Content_Types].xml><?xml version="1.0" encoding="utf-8"?>
<Types xmlns="http://schemas.openxmlformats.org/package/2006/content-types">
  <Default Extension="jpeg" ContentType="image/jpeg"/>
  <Default Extension="png" ContentType="image/png"/>
  <Default Extension="rels" ContentType="application/vnd.openxmlformats-package.relationships+xml"/>
  <Default Extension="xml" ContentType="application/xml"/>
  <Override PartName="/ppt/presentation.xml" ContentType="application/vnd.openxmlformats-officedocument.presentationml.presentation.main+xml"/>
  <Override PartName="/ppt/slideMasters/slideMaster1.xml" ContentType="application/vnd.openxmlformats-officedocument.presentationml.slideMaster+xml"/>
  <Override PartName="/ppt/slides/slide1.xml" ContentType="application/vnd.openxmlformats-officedocument.presentationml.slide+xml"/>
  <Override PartName="/ppt/slides/slide2.xml" ContentType="application/vnd.openxmlformats-officedocument.presentationml.slide+xml"/>
  <Override PartName="/ppt/slides/slide3.xml" ContentType="application/vnd.openxmlformats-officedocument.presentationml.slide+xml"/>
  <Override PartName="/ppt/slides/slide4.xml" ContentType="application/vnd.openxmlformats-officedocument.presentationml.slide+xml"/>
  <Override PartName="/ppt/notesMasters/notesMaster1.xml" ContentType="application/vnd.openxmlformats-officedocument.presentationml.notesMaster+xml"/>
  <Override PartName="/ppt/presProps.xml" ContentType="application/vnd.openxmlformats-officedocument.presentationml.presProps+xml"/>
  <Override PartName="/ppt/viewProps.xml" ContentType="application/vnd.openxmlformats-officedocument.presentationml.viewProps+xml"/>
  <Override PartName="/ppt/theme/theme1.xml" ContentType="application/vnd.openxmlformats-officedocument.theme+xml"/>
  <Override PartName="/ppt/tableStyles.xml" ContentType="application/vnd.openxmlformats-officedocument.presentationml.tableStyles+xml"/>
  <Override PartName="/ppt/slideLayouts/slideLayout1.xml" ContentType="application/vnd.openxmlformats-officedocument.presentationml.slideLayout+xml"/>
  <Override PartName="/ppt/slideLayouts/slideLayout2.xml" ContentType="application/vnd.openxmlformats-officedocument.presentationml.slideLayout+xml"/>
  <Override PartName="/ppt/slideLayouts/slideLayout3.xml" ContentType="application/vnd.openxmlformats-officedocument.presentationml.slideLayout+xml"/>
  <Override PartName="/ppt/slideLayouts/slideLayout4.xml" ContentType="application/vnd.openxmlformats-officedocument.presentationml.slideLayout+xml"/>
  <Override PartName="/ppt/slideLayouts/slideLayout5.xml" ContentType="application/vnd.openxmlformats-officedocument.presentationml.slideLayout+xml"/>
  <Override PartName="/ppt/slideLayouts/slideLayout6.xml" ContentType="application/vnd.openxmlformats-officedocument.presentationml.slideLayout+xml"/>
  <Override PartName="/ppt/slideLayouts/slideLayout7.xml" ContentType="application/vnd.openxmlformats-officedocument.presentationml.slideLayout+xml"/>
  <Override PartName="/ppt/slideLayouts/slideLayout8.xml" ContentType="application/vnd.openxmlformats-officedocument.presentationml.slideLayout+xml"/>
  <Override PartName="/ppt/slideLayouts/slideLayout9.xml" ContentType="application/vnd.openxmlformats-officedocument.presentationml.slideLayout+xml"/>
  <Override PartName="/ppt/slideLayouts/slideLayout10.xml" ContentType="application/vnd.openxmlformats-officedocument.presentationml.slideLayout+xml"/>
  <Override PartName="/ppt/slideLayouts/slideLayout11.xml" ContentType="application/vnd.openxmlformats-officedocument.presentationml.slideLayout+xml"/>
  <Override PartName="/ppt/theme/theme2.xml" ContentType="application/vnd.openxmlformats-officedocument.theme+xml"/>
  <Override PartName="/docProps/core.xml" ContentType="application/vnd.openxmlformats-package.core-properties+xml"/>
  <Override PartName="/docProps/app.xml" ContentType="application/vnd.openxmlformats-officedocument.extended-properties+xml"/>
</Types>
</file>

<file path=_rels/.rels><?xml version="1.0" encoding="UTF-8" standalone="yes"?>
<Relationships xmlns="http://schemas.openxmlformats.org/package/2006/relationships"><Relationship Id="rId3" Type="http://schemas.openxmlformats.org/package/2006/relationships/metadata/core-properties" Target="docProps/core.xml"/><Relationship Id="rId2" Type="http://schemas.openxmlformats.org/package/2006/relationships/metadata/thumbnail" Target="docProps/thumbnail.jpeg"/><Relationship Id="rId1" Type="http://schemas.openxmlformats.org/officeDocument/2006/relationships/officeDocument" Target="ppt/presentation.xml"/><Relationship Id="rId4" Type="http://schemas.openxmlformats.org/officeDocument/2006/relationships/extended-properties" Target="docProps/app.xml"/>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 saveSubsetFonts="1">
  <p:sldMasterIdLst>
    <p:sldMasterId id="2147483648" r:id="rId1"/>
  </p:sldMasterIdLst>
  <p:notesMasterIdLst>
    <p:notesMasterId r:id="rId6"/>
  </p:notesMasterIdLst>
  <p:sldIdLst>
    <p:sldId id="376" r:id="rId2"/>
    <p:sldId id="258" r:id="rId3"/>
    <p:sldId id="375" r:id="rId4"/>
    <p:sldId id="377" r:id="rId5"/>
  </p:sldIdLst>
  <p:sldSz cx="12192000" cy="6858000"/>
  <p:notesSz cx="6858000" cy="9144000"/>
  <p:defaultTextStyle>
    <a:defPPr>
      <a:defRPr lang="zh-CN"/>
    </a:defPPr>
    <a:lvl1pPr marL="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9pPr>
  </p:defaultTextStyle>
  <p:extLst>
    <p:ext uri="{EFAFB233-063F-42B5-8137-9DF3F51BA10A}">
      <p15:sldGuideLst xmlns:p15="http://schemas.microsoft.com/office/powerpoint/2012/main">
        <p15:guide id="1" orient="horz" pos="2183" userDrawn="1">
          <p15:clr>
            <a:srgbClr val="A4A3A4"/>
          </p15:clr>
        </p15:guide>
        <p15:guide id="2" pos="3840" userDrawn="1">
          <p15:clr>
            <a:srgbClr val="A4A3A4"/>
          </p15:clr>
        </p15:guide>
      </p15:sldGuideLst>
    </p:ext>
  </p:extLst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>
  <p:clrMru>
    <a:srgbClr val="0B3491"/>
    <a:srgbClr val="163E64"/>
    <a:srgbClr val="9ABAC9"/>
    <a:srgbClr val="4472C4"/>
    <a:srgbClr val="FFF2CC"/>
  </p:clrMru>
  <p:extLst>
    <p:ext uri="{E76CE94A-603C-4142-B9EB-6D1370010A27}">
      <p14:discardImageEditData xmlns:p14="http://schemas.microsoft.com/office/powerpoint/2010/main" val="0"/>
    </p:ext>
    <p:ext uri="{D31A062A-798A-4329-ABDD-BBA856620510}">
      <p14:defaultImageDpi xmlns:p14="http://schemas.microsoft.com/office/powerpoint/2010/main" val="32767"/>
    </p:ext>
    <p:ext uri="{FD5EFAAD-0ECE-453E-9831-46B23BE46B34}">
      <p15:chartTrackingRefBased xmlns:p15="http://schemas.microsoft.com/office/powerpoint/2012/main" val="1"/>
    </p:ext>
  </p:extLst>
</p:presentationPr>
</file>

<file path=ppt/tableStyles.xml><?xml version="1.0" encoding="utf-8"?>
<a:tblStyleLst xmlns:a="http://schemas.openxmlformats.org/drawingml/2006/main" def="{5C22544A-7EE6-4342-B048-85BDC9FD1C3A}"/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>
  <p:normalViewPr horzBarState="maximized">
    <p:restoredLeft sz="15569" autoAdjust="0"/>
    <p:restoredTop sz="96379" autoAdjust="0"/>
  </p:normalViewPr>
  <p:slideViewPr>
    <p:cSldViewPr snapToGrid="0" showGuides="1">
      <p:cViewPr varScale="1">
        <p:scale>
          <a:sx n="82" d="100"/>
          <a:sy n="82" d="100"/>
        </p:scale>
        <p:origin x="691" y="72"/>
      </p:cViewPr>
      <p:guideLst>
        <p:guide orient="horz" pos="2183"/>
        <p:guide pos="3840"/>
      </p:guideLst>
    </p:cSldViewPr>
  </p:slideViewPr>
  <p:notesTextViewPr>
    <p:cViewPr>
      <p:scale>
        <a:sx n="1" d="1"/>
        <a:sy n="1" d="1"/>
      </p:scale>
      <p:origin x="0" y="0"/>
    </p:cViewPr>
  </p:notesTextViewPr>
  <p:gridSpacing cx="72008" cy="72008"/>
</p:viewPr>
</file>

<file path=ppt/_rels/presentation.xml.rels><?xml version="1.0" encoding="UTF-8" standalone="yes"?>
<Relationships xmlns="http://schemas.openxmlformats.org/package/2006/relationships"><Relationship Id="rId8" Type="http://schemas.openxmlformats.org/officeDocument/2006/relationships/viewProps" Target="viewProps.xml"/><Relationship Id="rId3" Type="http://schemas.openxmlformats.org/officeDocument/2006/relationships/slide" Target="slides/slide2.xml"/><Relationship Id="rId7" Type="http://schemas.openxmlformats.org/officeDocument/2006/relationships/presProps" Target="presProps.xml"/><Relationship Id="rId2" Type="http://schemas.openxmlformats.org/officeDocument/2006/relationships/slide" Target="slides/slide1.xml"/><Relationship Id="rId1" Type="http://schemas.openxmlformats.org/officeDocument/2006/relationships/slideMaster" Target="slideMasters/slideMaster1.xml"/><Relationship Id="rId6" Type="http://schemas.openxmlformats.org/officeDocument/2006/relationships/notesMaster" Target="notesMasters/notesMaster1.xml"/><Relationship Id="rId5" Type="http://schemas.openxmlformats.org/officeDocument/2006/relationships/slide" Target="slides/slide4.xml"/><Relationship Id="rId10" Type="http://schemas.openxmlformats.org/officeDocument/2006/relationships/tableStyles" Target="tableStyles.xml"/><Relationship Id="rId4" Type="http://schemas.openxmlformats.org/officeDocument/2006/relationships/slide" Target="slides/slide3.xml"/><Relationship Id="rId9" Type="http://schemas.openxmlformats.org/officeDocument/2006/relationships/theme" Target="theme/theme1.xml"/></Relationships>
</file>

<file path=ppt/notesMasters/_rels/notesMaster1.xml.rels><?xml version="1.0" encoding="UTF-8" standalone="yes"?>
<Relationships xmlns="http://schemas.openxmlformats.org/package/2006/relationships"><Relationship Id="rId1" Type="http://schemas.openxmlformats.org/officeDocument/2006/relationships/theme" Target="../theme/theme2.xml"/></Relationships>
</file>

<file path=ppt/notesMasters/notesMaster1.xml><?xml version="1.0" encoding="utf-8"?>
<p:notes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页眉占位符 1"/>
          <p:cNvSpPr>
            <a:spLocks noGrp="1"/>
          </p:cNvSpPr>
          <p:nvPr>
            <p:ph type="hdr" sz="quarter"/>
          </p:nvPr>
        </p:nvSpPr>
        <p:spPr>
          <a:xfrm>
            <a:off x="0" y="0"/>
            <a:ext cx="2971800" cy="458788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l">
              <a:defRPr sz="1200"/>
            </a:lvl1pPr>
          </a:lstStyle>
          <a:p>
            <a:endParaRPr lang="zh-CN" altLang="en-US"/>
          </a:p>
        </p:txBody>
      </p:sp>
      <p:sp>
        <p:nvSpPr>
          <p:cNvPr id="3" name="日期占位符 2"/>
          <p:cNvSpPr>
            <a:spLocks noGrp="1"/>
          </p:cNvSpPr>
          <p:nvPr>
            <p:ph type="dt" idx="1"/>
          </p:nvPr>
        </p:nvSpPr>
        <p:spPr>
          <a:xfrm>
            <a:off x="3884613" y="0"/>
            <a:ext cx="2971800" cy="458788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r">
              <a:defRPr sz="1200"/>
            </a:lvl1pPr>
          </a:lstStyle>
          <a:p>
            <a:fld id="{F173FE05-6A51-4091-B616-618F681D43A1}" type="datetimeFigureOut">
              <a:rPr lang="zh-CN" altLang="en-US" smtClean="0"/>
              <a:t>2025/12/10</a:t>
            </a:fld>
            <a:endParaRPr lang="zh-CN" altLang="en-US"/>
          </a:p>
        </p:txBody>
      </p:sp>
      <p:sp>
        <p:nvSpPr>
          <p:cNvPr id="4" name="幻灯片图像占位符 3"/>
          <p:cNvSpPr>
            <a:spLocks noGrp="1" noRot="1" noChangeAspect="1"/>
          </p:cNvSpPr>
          <p:nvPr>
            <p:ph type="sldImg" idx="2"/>
          </p:nvPr>
        </p:nvSpPr>
        <p:spPr>
          <a:xfrm>
            <a:off x="685800" y="1143000"/>
            <a:ext cx="5486400" cy="3086100"/>
          </a:xfrm>
          <a:prstGeom prst="rect">
            <a:avLst/>
          </a:prstGeom>
          <a:noFill/>
          <a:ln w="12700">
            <a:solidFill>
              <a:prstClr val="black"/>
            </a:solidFill>
          </a:ln>
        </p:spPr>
        <p:txBody>
          <a:bodyPr vert="horz" lIns="91440" tIns="45720" rIns="91440" bIns="45720" rtlCol="0" anchor="ctr"/>
          <a:lstStyle/>
          <a:p>
            <a:endParaRPr lang="zh-CN" altLang="en-US"/>
          </a:p>
        </p:txBody>
      </p:sp>
      <p:sp>
        <p:nvSpPr>
          <p:cNvPr id="5" name="备注占位符 4"/>
          <p:cNvSpPr>
            <a:spLocks noGrp="1"/>
          </p:cNvSpPr>
          <p:nvPr>
            <p:ph type="body" sz="quarter" idx="3"/>
          </p:nvPr>
        </p:nvSpPr>
        <p:spPr>
          <a:xfrm>
            <a:off x="685800" y="4400550"/>
            <a:ext cx="5486400" cy="3600450"/>
          </a:xfrm>
          <a:prstGeom prst="rect">
            <a:avLst/>
          </a:prstGeom>
        </p:spPr>
        <p:txBody>
          <a:bodyPr vert="horz" lIns="91440" tIns="45720" rIns="91440" bIns="45720" rtlCol="0"/>
          <a:lstStyle/>
          <a:p>
            <a:pPr lvl="0"/>
            <a:r>
              <a:rPr lang="zh-CN" altLang="en-US"/>
              <a:t>编辑母版文本样式</a:t>
            </a:r>
          </a:p>
          <a:p>
            <a:pPr lvl="1"/>
            <a:r>
              <a:rPr lang="zh-CN" altLang="en-US"/>
              <a:t>第二级</a:t>
            </a:r>
          </a:p>
          <a:p>
            <a:pPr lvl="2"/>
            <a:r>
              <a:rPr lang="zh-CN" altLang="en-US"/>
              <a:t>第三级</a:t>
            </a:r>
          </a:p>
          <a:p>
            <a:pPr lvl="3"/>
            <a:r>
              <a:rPr lang="zh-CN" altLang="en-US"/>
              <a:t>第四级</a:t>
            </a:r>
          </a:p>
          <a:p>
            <a:pPr lvl="4"/>
            <a:r>
              <a:rPr lang="zh-CN" altLang="en-US"/>
              <a:t>第五级</a:t>
            </a:r>
          </a:p>
        </p:txBody>
      </p:sp>
      <p:sp>
        <p:nvSpPr>
          <p:cNvPr id="6" name="页脚占位符 5"/>
          <p:cNvSpPr>
            <a:spLocks noGrp="1"/>
          </p:cNvSpPr>
          <p:nvPr>
            <p:ph type="ftr" sz="quarter" idx="4"/>
          </p:nvPr>
        </p:nvSpPr>
        <p:spPr>
          <a:xfrm>
            <a:off x="0" y="8685213"/>
            <a:ext cx="2971800" cy="458787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l">
              <a:defRPr sz="1200"/>
            </a:lvl1pPr>
          </a:lstStyle>
          <a:p>
            <a:endParaRPr lang="zh-CN" altLang="en-US"/>
          </a:p>
        </p:txBody>
      </p:sp>
      <p:sp>
        <p:nvSpPr>
          <p:cNvPr id="7" name="灯片编号占位符 6"/>
          <p:cNvSpPr>
            <a:spLocks noGrp="1"/>
          </p:cNvSpPr>
          <p:nvPr>
            <p:ph type="sldNum" sz="quarter" idx="5"/>
          </p:nvPr>
        </p:nvSpPr>
        <p:spPr>
          <a:xfrm>
            <a:off x="3884613" y="8685213"/>
            <a:ext cx="2971800" cy="458787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r">
              <a:defRPr sz="1200"/>
            </a:lvl1pPr>
          </a:lstStyle>
          <a:p>
            <a:fld id="{4CCE286B-DF50-4BF6-AD28-39EE12A65652}" type="slidenum">
              <a:rPr lang="zh-CN" altLang="en-US" smtClean="0"/>
              <a:t>‹#›</a:t>
            </a:fld>
            <a:endParaRPr lang="zh-CN" altLang="en-US"/>
          </a:p>
        </p:txBody>
      </p:sp>
    </p:spTree>
    <p:extLst>
      <p:ext uri="{BB962C8B-B14F-4D97-AF65-F5344CB8AC3E}">
        <p14:creationId xmlns:p14="http://schemas.microsoft.com/office/powerpoint/2010/main" val="230440033"/>
      </p:ext>
    </p:extLst>
  </p:cSld>
  <p:clrMap bg1="lt1" tx1="dk1" bg2="lt2" tx2="dk2" accent1="accent1" accent2="accent2" accent3="accent3" accent4="accent4" accent5="accent5" accent6="accent6" hlink="hlink" folHlink="folHlink"/>
  <p:notesStyle>
    <a:lvl1pPr marL="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9pPr>
  </p:notesStyle>
</p:notesMaster>
</file>

<file path=ppt/slideLayouts/_rels/slideLayout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2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3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4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5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6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7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8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9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0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type="title" preserve="1">
  <p:cSld name="标题幻灯片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标题 1">
            <a:extLst>
              <a:ext uri="{FF2B5EF4-FFF2-40B4-BE49-F238E27FC236}">
                <a16:creationId xmlns:a16="http://schemas.microsoft.com/office/drawing/2014/main" id="{EF367629-4AEE-8B4D-D1BD-54B38E136DEE}"/>
              </a:ext>
            </a:extLst>
          </p:cNvPr>
          <p:cNvSpPr>
            <a:spLocks noGrp="1"/>
          </p:cNvSpPr>
          <p:nvPr>
            <p:ph type="ctrTitle"/>
          </p:nvPr>
        </p:nvSpPr>
        <p:spPr>
          <a:xfrm>
            <a:off x="1524000" y="1122363"/>
            <a:ext cx="9144000" cy="2387600"/>
          </a:xfrm>
        </p:spPr>
        <p:txBody>
          <a:bodyPr anchor="b"/>
          <a:lstStyle>
            <a:lvl1pPr algn="ctr">
              <a:defRPr sz="6000"/>
            </a:lvl1pPr>
          </a:lstStyle>
          <a:p>
            <a:r>
              <a:rPr lang="zh-CN" altLang="en-US"/>
              <a:t>单击此处编辑母版标题样式</a:t>
            </a:r>
          </a:p>
        </p:txBody>
      </p:sp>
      <p:sp>
        <p:nvSpPr>
          <p:cNvPr id="3" name="副标题 2">
            <a:extLst>
              <a:ext uri="{FF2B5EF4-FFF2-40B4-BE49-F238E27FC236}">
                <a16:creationId xmlns:a16="http://schemas.microsoft.com/office/drawing/2014/main" id="{E915693A-4D33-95C1-F205-ACF6837C5C88}"/>
              </a:ext>
            </a:extLst>
          </p:cNvPr>
          <p:cNvSpPr>
            <a:spLocks noGrp="1"/>
          </p:cNvSpPr>
          <p:nvPr>
            <p:ph type="subTitle" idx="1"/>
          </p:nvPr>
        </p:nvSpPr>
        <p:spPr>
          <a:xfrm>
            <a:off x="1524000" y="3602038"/>
            <a:ext cx="9144000" cy="1655762"/>
          </a:xfrm>
        </p:spPr>
        <p:txBody>
          <a:bodyPr/>
          <a:lstStyle>
            <a:lvl1pPr marL="0" indent="0" algn="ctr">
              <a:buNone/>
              <a:defRPr sz="2400"/>
            </a:lvl1pPr>
            <a:lvl2pPr marL="457200" indent="0" algn="ctr">
              <a:buNone/>
              <a:defRPr sz="2000"/>
            </a:lvl2pPr>
            <a:lvl3pPr marL="914400" indent="0" algn="ctr">
              <a:buNone/>
              <a:defRPr sz="1800"/>
            </a:lvl3pPr>
            <a:lvl4pPr marL="1371600" indent="0" algn="ctr">
              <a:buNone/>
              <a:defRPr sz="1600"/>
            </a:lvl4pPr>
            <a:lvl5pPr marL="1828800" indent="0" algn="ctr">
              <a:buNone/>
              <a:defRPr sz="1600"/>
            </a:lvl5pPr>
            <a:lvl6pPr marL="2286000" indent="0" algn="ctr">
              <a:buNone/>
              <a:defRPr sz="1600"/>
            </a:lvl6pPr>
            <a:lvl7pPr marL="2743200" indent="0" algn="ctr">
              <a:buNone/>
              <a:defRPr sz="1600"/>
            </a:lvl7pPr>
            <a:lvl8pPr marL="3200400" indent="0" algn="ctr">
              <a:buNone/>
              <a:defRPr sz="1600"/>
            </a:lvl8pPr>
            <a:lvl9pPr marL="3657600" indent="0" algn="ctr">
              <a:buNone/>
              <a:defRPr sz="1600"/>
            </a:lvl9pPr>
          </a:lstStyle>
          <a:p>
            <a:r>
              <a:rPr lang="zh-CN" altLang="en-US"/>
              <a:t>单击此处编辑母版副标题样式</a:t>
            </a:r>
          </a:p>
        </p:txBody>
      </p:sp>
      <p:sp>
        <p:nvSpPr>
          <p:cNvPr id="4" name="日期占位符 3">
            <a:extLst>
              <a:ext uri="{FF2B5EF4-FFF2-40B4-BE49-F238E27FC236}">
                <a16:creationId xmlns:a16="http://schemas.microsoft.com/office/drawing/2014/main" id="{E1D0174D-8521-E55D-9330-0E644EECDD07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25E5536B-A027-4CB6-B79C-2CCC8E4B228A}" type="datetimeFigureOut">
              <a:rPr lang="zh-CN" altLang="en-US" smtClean="0"/>
              <a:t>2025/12/10</a:t>
            </a:fld>
            <a:endParaRPr lang="zh-CN" altLang="en-US"/>
          </a:p>
        </p:txBody>
      </p:sp>
      <p:sp>
        <p:nvSpPr>
          <p:cNvPr id="5" name="页脚占位符 4">
            <a:extLst>
              <a:ext uri="{FF2B5EF4-FFF2-40B4-BE49-F238E27FC236}">
                <a16:creationId xmlns:a16="http://schemas.microsoft.com/office/drawing/2014/main" id="{8E8B855A-C7A0-653E-BFDA-7DF9ECCAB8B9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zh-CN" altLang="en-US"/>
          </a:p>
        </p:txBody>
      </p:sp>
      <p:sp>
        <p:nvSpPr>
          <p:cNvPr id="6" name="灯片编号占位符 5">
            <a:extLst>
              <a:ext uri="{FF2B5EF4-FFF2-40B4-BE49-F238E27FC236}">
                <a16:creationId xmlns:a16="http://schemas.microsoft.com/office/drawing/2014/main" id="{E83A98C0-648F-31B9-A384-4991135CF280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A5CFF229-F984-4A83-A8AE-3AB322F9D657}" type="slidenum">
              <a:rPr lang="zh-CN" altLang="en-US" smtClean="0"/>
              <a:t>‹#›</a:t>
            </a:fld>
            <a:endParaRPr lang="zh-CN" altLang="en-US"/>
          </a:p>
        </p:txBody>
      </p:sp>
    </p:spTree>
    <p:extLst>
      <p:ext uri="{BB962C8B-B14F-4D97-AF65-F5344CB8AC3E}">
        <p14:creationId xmlns:p14="http://schemas.microsoft.com/office/powerpoint/2010/main" val="1427193029"/>
      </p:ext>
    </p:extLst>
  </p:cSld>
  <p:clrMapOvr>
    <a:masterClrMapping/>
  </p:clrMapOvr>
  <p:extLst>
    <p:ext uri="{DCECCB84-F9BA-43D5-87BE-67443E8EF086}">
      <p15:sldGuideLst xmlns:p15="http://schemas.microsoft.com/office/powerpoint/2012/main">
        <p15:guide id="1" orient="horz" pos="2160" userDrawn="1">
          <p15:clr>
            <a:srgbClr val="FBAE40"/>
          </p15:clr>
        </p15:guide>
        <p15:guide id="2" pos="3840" userDrawn="1">
          <p15:clr>
            <a:srgbClr val="FBAE40"/>
          </p15:clr>
        </p15:guide>
      </p15:sldGuideLst>
    </p:ext>
  </p:extLst>
</p:sldLayout>
</file>

<file path=ppt/slideLayouts/slideLayout2.xml><?xml version="1.0" encoding="utf-8"?>
<p:sldLayout xmlns:a="http://schemas.openxmlformats.org/drawingml/2006/main" xmlns:r="http://schemas.openxmlformats.org/officeDocument/2006/relationships" xmlns:p="http://schemas.openxmlformats.org/presentationml/2006/main" type="obj" preserve="1">
  <p:cSld name="标题和内容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标题 1">
            <a:extLst>
              <a:ext uri="{FF2B5EF4-FFF2-40B4-BE49-F238E27FC236}">
                <a16:creationId xmlns:a16="http://schemas.microsoft.com/office/drawing/2014/main" id="{81E6D80B-5CE3-67FD-4562-FC07ACBBA963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zh-CN" altLang="en-US"/>
              <a:t>单击此处编辑母版标题样式</a:t>
            </a:r>
          </a:p>
        </p:txBody>
      </p:sp>
      <p:sp>
        <p:nvSpPr>
          <p:cNvPr id="3" name="内容占位符 2">
            <a:extLst>
              <a:ext uri="{FF2B5EF4-FFF2-40B4-BE49-F238E27FC236}">
                <a16:creationId xmlns:a16="http://schemas.microsoft.com/office/drawing/2014/main" id="{477CF45D-C661-5974-1663-64C71A2D4468}"/>
              </a:ext>
            </a:extLst>
          </p:cNvPr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pPr lvl="0"/>
            <a:r>
              <a:rPr lang="zh-CN" altLang="en-US"/>
              <a:t>单击此处编辑母版文本样式</a:t>
            </a:r>
          </a:p>
          <a:p>
            <a:pPr lvl="1"/>
            <a:r>
              <a:rPr lang="zh-CN" altLang="en-US"/>
              <a:t>二级</a:t>
            </a:r>
          </a:p>
          <a:p>
            <a:pPr lvl="2"/>
            <a:r>
              <a:rPr lang="zh-CN" altLang="en-US"/>
              <a:t>三级</a:t>
            </a:r>
          </a:p>
          <a:p>
            <a:pPr lvl="3"/>
            <a:r>
              <a:rPr lang="zh-CN" altLang="en-US"/>
              <a:t>四级</a:t>
            </a:r>
          </a:p>
          <a:p>
            <a:pPr lvl="4"/>
            <a:r>
              <a:rPr lang="zh-CN" altLang="en-US"/>
              <a:t>五级</a:t>
            </a:r>
          </a:p>
        </p:txBody>
      </p:sp>
      <p:sp>
        <p:nvSpPr>
          <p:cNvPr id="4" name="日期占位符 3">
            <a:extLst>
              <a:ext uri="{FF2B5EF4-FFF2-40B4-BE49-F238E27FC236}">
                <a16:creationId xmlns:a16="http://schemas.microsoft.com/office/drawing/2014/main" id="{DC8E2115-CD20-6A59-171B-C795C91F44DC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25E5536B-A027-4CB6-B79C-2CCC8E4B228A}" type="datetimeFigureOut">
              <a:rPr lang="zh-CN" altLang="en-US" smtClean="0"/>
              <a:t>2025/12/10</a:t>
            </a:fld>
            <a:endParaRPr lang="zh-CN" altLang="en-US"/>
          </a:p>
        </p:txBody>
      </p:sp>
      <p:sp>
        <p:nvSpPr>
          <p:cNvPr id="5" name="页脚占位符 4">
            <a:extLst>
              <a:ext uri="{FF2B5EF4-FFF2-40B4-BE49-F238E27FC236}">
                <a16:creationId xmlns:a16="http://schemas.microsoft.com/office/drawing/2014/main" id="{E22E25FF-A311-29B1-BEE0-2B285FCCA9D1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zh-CN" altLang="en-US"/>
          </a:p>
        </p:txBody>
      </p:sp>
      <p:sp>
        <p:nvSpPr>
          <p:cNvPr id="6" name="灯片编号占位符 5">
            <a:extLst>
              <a:ext uri="{FF2B5EF4-FFF2-40B4-BE49-F238E27FC236}">
                <a16:creationId xmlns:a16="http://schemas.microsoft.com/office/drawing/2014/main" id="{D7A1720B-9F09-DF03-81BC-28E794222D33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A5CFF229-F984-4A83-A8AE-3AB322F9D657}" type="slidenum">
              <a:rPr lang="zh-CN" altLang="en-US" smtClean="0"/>
              <a:t>‹#›</a:t>
            </a:fld>
            <a:endParaRPr lang="zh-CN" altLang="en-US"/>
          </a:p>
        </p:txBody>
      </p:sp>
    </p:spTree>
    <p:extLst>
      <p:ext uri="{BB962C8B-B14F-4D97-AF65-F5344CB8AC3E}">
        <p14:creationId xmlns:p14="http://schemas.microsoft.com/office/powerpoint/2010/main" val="1088324037"/>
      </p:ext>
    </p:extLst>
  </p:cSld>
  <p:clrMapOvr>
    <a:masterClrMapping/>
  </p:clrMapOvr>
</p:sldLayout>
</file>

<file path=ppt/slideLayouts/slideLayout3.xml><?xml version="1.0" encoding="utf-8"?>
<p:sldLayout xmlns:a="http://schemas.openxmlformats.org/drawingml/2006/main" xmlns:r="http://schemas.openxmlformats.org/officeDocument/2006/relationships" xmlns:p="http://schemas.openxmlformats.org/presentationml/2006/main" type="secHead" preserve="1">
  <p:cSld name="节标题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标题 1">
            <a:extLst>
              <a:ext uri="{FF2B5EF4-FFF2-40B4-BE49-F238E27FC236}">
                <a16:creationId xmlns:a16="http://schemas.microsoft.com/office/drawing/2014/main" id="{73F3BA49-7412-36DA-C091-D7552DE72DF4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831850" y="1709738"/>
            <a:ext cx="10515600" cy="2852737"/>
          </a:xfrm>
        </p:spPr>
        <p:txBody>
          <a:bodyPr anchor="b"/>
          <a:lstStyle>
            <a:lvl1pPr>
              <a:defRPr sz="6000"/>
            </a:lvl1pPr>
          </a:lstStyle>
          <a:p>
            <a:r>
              <a:rPr lang="zh-CN" altLang="en-US"/>
              <a:t>单击此处编辑母版标题样式</a:t>
            </a:r>
          </a:p>
        </p:txBody>
      </p:sp>
      <p:sp>
        <p:nvSpPr>
          <p:cNvPr id="3" name="文本占位符 2">
            <a:extLst>
              <a:ext uri="{FF2B5EF4-FFF2-40B4-BE49-F238E27FC236}">
                <a16:creationId xmlns:a16="http://schemas.microsoft.com/office/drawing/2014/main" id="{260D2A29-A99F-ED23-A486-43811CC4EBE1}"/>
              </a:ext>
            </a:extLst>
          </p:cNvPr>
          <p:cNvSpPr>
            <a:spLocks noGrp="1"/>
          </p:cNvSpPr>
          <p:nvPr>
            <p:ph type="body" idx="1"/>
          </p:nvPr>
        </p:nvSpPr>
        <p:spPr>
          <a:xfrm>
            <a:off x="831850" y="4589463"/>
            <a:ext cx="10515600" cy="1500187"/>
          </a:xfrm>
        </p:spPr>
        <p:txBody>
          <a:bodyPr/>
          <a:lstStyle>
            <a:lvl1pPr marL="0" indent="0">
              <a:buNone/>
              <a:defRPr sz="2400">
                <a:solidFill>
                  <a:schemeClr val="tx1">
                    <a:tint val="82000"/>
                  </a:schemeClr>
                </a:solidFill>
              </a:defRPr>
            </a:lvl1pPr>
            <a:lvl2pPr marL="457200" indent="0">
              <a:buNone/>
              <a:defRPr sz="2000">
                <a:solidFill>
                  <a:schemeClr val="tx1">
                    <a:tint val="82000"/>
                  </a:schemeClr>
                </a:solidFill>
              </a:defRPr>
            </a:lvl2pPr>
            <a:lvl3pPr marL="914400" indent="0">
              <a:buNone/>
              <a:defRPr sz="1800">
                <a:solidFill>
                  <a:schemeClr val="tx1">
                    <a:tint val="82000"/>
                  </a:schemeClr>
                </a:solidFill>
              </a:defRPr>
            </a:lvl3pPr>
            <a:lvl4pPr marL="1371600" indent="0">
              <a:buNone/>
              <a:defRPr sz="1600">
                <a:solidFill>
                  <a:schemeClr val="tx1">
                    <a:tint val="82000"/>
                  </a:schemeClr>
                </a:solidFill>
              </a:defRPr>
            </a:lvl4pPr>
            <a:lvl5pPr marL="1828800" indent="0">
              <a:buNone/>
              <a:defRPr sz="1600">
                <a:solidFill>
                  <a:schemeClr val="tx1">
                    <a:tint val="82000"/>
                  </a:schemeClr>
                </a:solidFill>
              </a:defRPr>
            </a:lvl5pPr>
            <a:lvl6pPr marL="2286000" indent="0">
              <a:buNone/>
              <a:defRPr sz="1600">
                <a:solidFill>
                  <a:schemeClr val="tx1">
                    <a:tint val="82000"/>
                  </a:schemeClr>
                </a:solidFill>
              </a:defRPr>
            </a:lvl6pPr>
            <a:lvl7pPr marL="2743200" indent="0">
              <a:buNone/>
              <a:defRPr sz="1600">
                <a:solidFill>
                  <a:schemeClr val="tx1">
                    <a:tint val="82000"/>
                  </a:schemeClr>
                </a:solidFill>
              </a:defRPr>
            </a:lvl7pPr>
            <a:lvl8pPr marL="3200400" indent="0">
              <a:buNone/>
              <a:defRPr sz="1600">
                <a:solidFill>
                  <a:schemeClr val="tx1">
                    <a:tint val="82000"/>
                  </a:schemeClr>
                </a:solidFill>
              </a:defRPr>
            </a:lvl8pPr>
            <a:lvl9pPr marL="3657600" indent="0">
              <a:buNone/>
              <a:defRPr sz="1600">
                <a:solidFill>
                  <a:schemeClr val="tx1">
                    <a:tint val="82000"/>
                  </a:schemeClr>
                </a:solidFill>
              </a:defRPr>
            </a:lvl9pPr>
          </a:lstStyle>
          <a:p>
            <a:pPr lvl="0"/>
            <a:r>
              <a:rPr lang="zh-CN" altLang="en-US"/>
              <a:t>单击此处编辑母版文本样式</a:t>
            </a:r>
          </a:p>
        </p:txBody>
      </p:sp>
      <p:sp>
        <p:nvSpPr>
          <p:cNvPr id="4" name="日期占位符 3">
            <a:extLst>
              <a:ext uri="{FF2B5EF4-FFF2-40B4-BE49-F238E27FC236}">
                <a16:creationId xmlns:a16="http://schemas.microsoft.com/office/drawing/2014/main" id="{4C03EDE9-17CA-01C4-F29F-28C4ADC9D478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25E5536B-A027-4CB6-B79C-2CCC8E4B228A}" type="datetimeFigureOut">
              <a:rPr lang="zh-CN" altLang="en-US" smtClean="0"/>
              <a:t>2025/12/10</a:t>
            </a:fld>
            <a:endParaRPr lang="zh-CN" altLang="en-US"/>
          </a:p>
        </p:txBody>
      </p:sp>
      <p:sp>
        <p:nvSpPr>
          <p:cNvPr id="5" name="页脚占位符 4">
            <a:extLst>
              <a:ext uri="{FF2B5EF4-FFF2-40B4-BE49-F238E27FC236}">
                <a16:creationId xmlns:a16="http://schemas.microsoft.com/office/drawing/2014/main" id="{1B4CE93B-792E-10B6-54AD-DF29BA6E6952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zh-CN" altLang="en-US"/>
          </a:p>
        </p:txBody>
      </p:sp>
      <p:sp>
        <p:nvSpPr>
          <p:cNvPr id="6" name="灯片编号占位符 5">
            <a:extLst>
              <a:ext uri="{FF2B5EF4-FFF2-40B4-BE49-F238E27FC236}">
                <a16:creationId xmlns:a16="http://schemas.microsoft.com/office/drawing/2014/main" id="{A35685E0-F727-249B-9B63-76D5930002A1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A5CFF229-F984-4A83-A8AE-3AB322F9D657}" type="slidenum">
              <a:rPr lang="zh-CN" altLang="en-US" smtClean="0"/>
              <a:t>‹#›</a:t>
            </a:fld>
            <a:endParaRPr lang="zh-CN" altLang="en-US"/>
          </a:p>
        </p:txBody>
      </p:sp>
    </p:spTree>
    <p:extLst>
      <p:ext uri="{BB962C8B-B14F-4D97-AF65-F5344CB8AC3E}">
        <p14:creationId xmlns:p14="http://schemas.microsoft.com/office/powerpoint/2010/main" val="2607338639"/>
      </p:ext>
    </p:extLst>
  </p:cSld>
  <p:clrMapOvr>
    <a:masterClrMapping/>
  </p:clrMapOvr>
</p:sldLayout>
</file>

<file path=ppt/slideLayouts/slideLayout4.xml><?xml version="1.0" encoding="utf-8"?>
<p:sldLayout xmlns:a="http://schemas.openxmlformats.org/drawingml/2006/main" xmlns:r="http://schemas.openxmlformats.org/officeDocument/2006/relationships" xmlns:p="http://schemas.openxmlformats.org/presentationml/2006/main" type="twoObj" preserve="1">
  <p:cSld name="两栏内容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标题 1">
            <a:extLst>
              <a:ext uri="{FF2B5EF4-FFF2-40B4-BE49-F238E27FC236}">
                <a16:creationId xmlns:a16="http://schemas.microsoft.com/office/drawing/2014/main" id="{D79E06B3-A990-E843-FF18-F114A72901E0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zh-CN" altLang="en-US"/>
              <a:t>单击此处编辑母版标题样式</a:t>
            </a:r>
          </a:p>
        </p:txBody>
      </p:sp>
      <p:sp>
        <p:nvSpPr>
          <p:cNvPr id="3" name="内容占位符 2">
            <a:extLst>
              <a:ext uri="{FF2B5EF4-FFF2-40B4-BE49-F238E27FC236}">
                <a16:creationId xmlns:a16="http://schemas.microsoft.com/office/drawing/2014/main" id="{36FE6AB5-D104-166B-6396-B55E4E06D665}"/>
              </a:ext>
            </a:extLst>
          </p:cNvPr>
          <p:cNvSpPr>
            <a:spLocks noGrp="1"/>
          </p:cNvSpPr>
          <p:nvPr>
            <p:ph sz="half" idx="1"/>
          </p:nvPr>
        </p:nvSpPr>
        <p:spPr>
          <a:xfrm>
            <a:off x="838200" y="1825625"/>
            <a:ext cx="5181600" cy="4351338"/>
          </a:xfrm>
        </p:spPr>
        <p:txBody>
          <a:bodyPr/>
          <a:lstStyle/>
          <a:p>
            <a:pPr lvl="0"/>
            <a:r>
              <a:rPr lang="zh-CN" altLang="en-US"/>
              <a:t>单击此处编辑母版文本样式</a:t>
            </a:r>
          </a:p>
          <a:p>
            <a:pPr lvl="1"/>
            <a:r>
              <a:rPr lang="zh-CN" altLang="en-US"/>
              <a:t>二级</a:t>
            </a:r>
          </a:p>
          <a:p>
            <a:pPr lvl="2"/>
            <a:r>
              <a:rPr lang="zh-CN" altLang="en-US"/>
              <a:t>三级</a:t>
            </a:r>
          </a:p>
          <a:p>
            <a:pPr lvl="3"/>
            <a:r>
              <a:rPr lang="zh-CN" altLang="en-US"/>
              <a:t>四级</a:t>
            </a:r>
          </a:p>
          <a:p>
            <a:pPr lvl="4"/>
            <a:r>
              <a:rPr lang="zh-CN" altLang="en-US"/>
              <a:t>五级</a:t>
            </a:r>
          </a:p>
        </p:txBody>
      </p:sp>
      <p:sp>
        <p:nvSpPr>
          <p:cNvPr id="4" name="内容占位符 3">
            <a:extLst>
              <a:ext uri="{FF2B5EF4-FFF2-40B4-BE49-F238E27FC236}">
                <a16:creationId xmlns:a16="http://schemas.microsoft.com/office/drawing/2014/main" id="{0FC9159D-292A-6CE3-6BB9-463325630D66}"/>
              </a:ext>
            </a:extLst>
          </p:cNvPr>
          <p:cNvSpPr>
            <a:spLocks noGrp="1"/>
          </p:cNvSpPr>
          <p:nvPr>
            <p:ph sz="half" idx="2"/>
          </p:nvPr>
        </p:nvSpPr>
        <p:spPr>
          <a:xfrm>
            <a:off x="6172200" y="1825625"/>
            <a:ext cx="5181600" cy="4351338"/>
          </a:xfrm>
        </p:spPr>
        <p:txBody>
          <a:bodyPr/>
          <a:lstStyle/>
          <a:p>
            <a:pPr lvl="0"/>
            <a:r>
              <a:rPr lang="zh-CN" altLang="en-US"/>
              <a:t>单击此处编辑母版文本样式</a:t>
            </a:r>
          </a:p>
          <a:p>
            <a:pPr lvl="1"/>
            <a:r>
              <a:rPr lang="zh-CN" altLang="en-US"/>
              <a:t>二级</a:t>
            </a:r>
          </a:p>
          <a:p>
            <a:pPr lvl="2"/>
            <a:r>
              <a:rPr lang="zh-CN" altLang="en-US"/>
              <a:t>三级</a:t>
            </a:r>
          </a:p>
          <a:p>
            <a:pPr lvl="3"/>
            <a:r>
              <a:rPr lang="zh-CN" altLang="en-US"/>
              <a:t>四级</a:t>
            </a:r>
          </a:p>
          <a:p>
            <a:pPr lvl="4"/>
            <a:r>
              <a:rPr lang="zh-CN" altLang="en-US"/>
              <a:t>五级</a:t>
            </a:r>
          </a:p>
        </p:txBody>
      </p:sp>
      <p:sp>
        <p:nvSpPr>
          <p:cNvPr id="5" name="日期占位符 4">
            <a:extLst>
              <a:ext uri="{FF2B5EF4-FFF2-40B4-BE49-F238E27FC236}">
                <a16:creationId xmlns:a16="http://schemas.microsoft.com/office/drawing/2014/main" id="{924919EF-2E25-E7B5-C12E-01EE8EB4627D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25E5536B-A027-4CB6-B79C-2CCC8E4B228A}" type="datetimeFigureOut">
              <a:rPr lang="zh-CN" altLang="en-US" smtClean="0"/>
              <a:t>2025/12/10</a:t>
            </a:fld>
            <a:endParaRPr lang="zh-CN" altLang="en-US"/>
          </a:p>
        </p:txBody>
      </p:sp>
      <p:sp>
        <p:nvSpPr>
          <p:cNvPr id="6" name="页脚占位符 5">
            <a:extLst>
              <a:ext uri="{FF2B5EF4-FFF2-40B4-BE49-F238E27FC236}">
                <a16:creationId xmlns:a16="http://schemas.microsoft.com/office/drawing/2014/main" id="{75910D44-BA61-A35A-3EDE-9485FF788F53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zh-CN" altLang="en-US"/>
          </a:p>
        </p:txBody>
      </p:sp>
      <p:sp>
        <p:nvSpPr>
          <p:cNvPr id="7" name="灯片编号占位符 6">
            <a:extLst>
              <a:ext uri="{FF2B5EF4-FFF2-40B4-BE49-F238E27FC236}">
                <a16:creationId xmlns:a16="http://schemas.microsoft.com/office/drawing/2014/main" id="{DDE518C0-780D-07ED-4FDA-9211CDE622D9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A5CFF229-F984-4A83-A8AE-3AB322F9D657}" type="slidenum">
              <a:rPr lang="zh-CN" altLang="en-US" smtClean="0"/>
              <a:t>‹#›</a:t>
            </a:fld>
            <a:endParaRPr lang="zh-CN" altLang="en-US"/>
          </a:p>
        </p:txBody>
      </p:sp>
    </p:spTree>
    <p:extLst>
      <p:ext uri="{BB962C8B-B14F-4D97-AF65-F5344CB8AC3E}">
        <p14:creationId xmlns:p14="http://schemas.microsoft.com/office/powerpoint/2010/main" val="1601514680"/>
      </p:ext>
    </p:extLst>
  </p:cSld>
  <p:clrMapOvr>
    <a:masterClrMapping/>
  </p:clrMapOvr>
</p:sldLayout>
</file>

<file path=ppt/slideLayouts/slideLayout5.xml><?xml version="1.0" encoding="utf-8"?>
<p:sldLayout xmlns:a="http://schemas.openxmlformats.org/drawingml/2006/main" xmlns:r="http://schemas.openxmlformats.org/officeDocument/2006/relationships" xmlns:p="http://schemas.openxmlformats.org/presentationml/2006/main" type="twoTxTwoObj" preserve="1">
  <p:cSld name="比较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标题 1">
            <a:extLst>
              <a:ext uri="{FF2B5EF4-FFF2-40B4-BE49-F238E27FC236}">
                <a16:creationId xmlns:a16="http://schemas.microsoft.com/office/drawing/2014/main" id="{16D5A9B5-F090-9375-5A8C-644005D430DB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839788" y="365125"/>
            <a:ext cx="10515600" cy="1325563"/>
          </a:xfrm>
        </p:spPr>
        <p:txBody>
          <a:bodyPr/>
          <a:lstStyle/>
          <a:p>
            <a:r>
              <a:rPr lang="zh-CN" altLang="en-US"/>
              <a:t>单击此处编辑母版标题样式</a:t>
            </a:r>
          </a:p>
        </p:txBody>
      </p:sp>
      <p:sp>
        <p:nvSpPr>
          <p:cNvPr id="3" name="文本占位符 2">
            <a:extLst>
              <a:ext uri="{FF2B5EF4-FFF2-40B4-BE49-F238E27FC236}">
                <a16:creationId xmlns:a16="http://schemas.microsoft.com/office/drawing/2014/main" id="{A19251EB-C28F-E31E-7719-975224D1C33A}"/>
              </a:ext>
            </a:extLst>
          </p:cNvPr>
          <p:cNvSpPr>
            <a:spLocks noGrp="1"/>
          </p:cNvSpPr>
          <p:nvPr>
            <p:ph type="body" idx="1"/>
          </p:nvPr>
        </p:nvSpPr>
        <p:spPr>
          <a:xfrm>
            <a:off x="839788" y="1681163"/>
            <a:ext cx="5157787" cy="82391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zh-CN" altLang="en-US"/>
              <a:t>单击此处编辑母版文本样式</a:t>
            </a:r>
          </a:p>
        </p:txBody>
      </p:sp>
      <p:sp>
        <p:nvSpPr>
          <p:cNvPr id="4" name="内容占位符 3">
            <a:extLst>
              <a:ext uri="{FF2B5EF4-FFF2-40B4-BE49-F238E27FC236}">
                <a16:creationId xmlns:a16="http://schemas.microsoft.com/office/drawing/2014/main" id="{AD90B520-3117-B57B-D48E-0F29634F0378}"/>
              </a:ext>
            </a:extLst>
          </p:cNvPr>
          <p:cNvSpPr>
            <a:spLocks noGrp="1"/>
          </p:cNvSpPr>
          <p:nvPr>
            <p:ph sz="half" idx="2"/>
          </p:nvPr>
        </p:nvSpPr>
        <p:spPr>
          <a:xfrm>
            <a:off x="839788" y="2505075"/>
            <a:ext cx="5157787" cy="3684588"/>
          </a:xfrm>
        </p:spPr>
        <p:txBody>
          <a:bodyPr/>
          <a:lstStyle/>
          <a:p>
            <a:pPr lvl="0"/>
            <a:r>
              <a:rPr lang="zh-CN" altLang="en-US"/>
              <a:t>单击此处编辑母版文本样式</a:t>
            </a:r>
          </a:p>
          <a:p>
            <a:pPr lvl="1"/>
            <a:r>
              <a:rPr lang="zh-CN" altLang="en-US"/>
              <a:t>二级</a:t>
            </a:r>
          </a:p>
          <a:p>
            <a:pPr lvl="2"/>
            <a:r>
              <a:rPr lang="zh-CN" altLang="en-US"/>
              <a:t>三级</a:t>
            </a:r>
          </a:p>
          <a:p>
            <a:pPr lvl="3"/>
            <a:r>
              <a:rPr lang="zh-CN" altLang="en-US"/>
              <a:t>四级</a:t>
            </a:r>
          </a:p>
          <a:p>
            <a:pPr lvl="4"/>
            <a:r>
              <a:rPr lang="zh-CN" altLang="en-US"/>
              <a:t>五级</a:t>
            </a:r>
          </a:p>
        </p:txBody>
      </p:sp>
      <p:sp>
        <p:nvSpPr>
          <p:cNvPr id="5" name="文本占位符 4">
            <a:extLst>
              <a:ext uri="{FF2B5EF4-FFF2-40B4-BE49-F238E27FC236}">
                <a16:creationId xmlns:a16="http://schemas.microsoft.com/office/drawing/2014/main" id="{D4F345D0-840B-9823-A82E-3D7F466F0EB4}"/>
              </a:ext>
            </a:extLst>
          </p:cNvPr>
          <p:cNvSpPr>
            <a:spLocks noGrp="1"/>
          </p:cNvSpPr>
          <p:nvPr>
            <p:ph type="body" sz="quarter" idx="3"/>
          </p:nvPr>
        </p:nvSpPr>
        <p:spPr>
          <a:xfrm>
            <a:off x="6172200" y="1681163"/>
            <a:ext cx="5183188" cy="82391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zh-CN" altLang="en-US"/>
              <a:t>单击此处编辑母版文本样式</a:t>
            </a:r>
          </a:p>
        </p:txBody>
      </p:sp>
      <p:sp>
        <p:nvSpPr>
          <p:cNvPr id="6" name="内容占位符 5">
            <a:extLst>
              <a:ext uri="{FF2B5EF4-FFF2-40B4-BE49-F238E27FC236}">
                <a16:creationId xmlns:a16="http://schemas.microsoft.com/office/drawing/2014/main" id="{DB94AE2C-92AC-24EA-F887-2CD01CC55633}"/>
              </a:ext>
            </a:extLst>
          </p:cNvPr>
          <p:cNvSpPr>
            <a:spLocks noGrp="1"/>
          </p:cNvSpPr>
          <p:nvPr>
            <p:ph sz="quarter" idx="4"/>
          </p:nvPr>
        </p:nvSpPr>
        <p:spPr>
          <a:xfrm>
            <a:off x="6172200" y="2505075"/>
            <a:ext cx="5183188" cy="3684588"/>
          </a:xfrm>
        </p:spPr>
        <p:txBody>
          <a:bodyPr/>
          <a:lstStyle/>
          <a:p>
            <a:pPr lvl="0"/>
            <a:r>
              <a:rPr lang="zh-CN" altLang="en-US"/>
              <a:t>单击此处编辑母版文本样式</a:t>
            </a:r>
          </a:p>
          <a:p>
            <a:pPr lvl="1"/>
            <a:r>
              <a:rPr lang="zh-CN" altLang="en-US"/>
              <a:t>二级</a:t>
            </a:r>
          </a:p>
          <a:p>
            <a:pPr lvl="2"/>
            <a:r>
              <a:rPr lang="zh-CN" altLang="en-US"/>
              <a:t>三级</a:t>
            </a:r>
          </a:p>
          <a:p>
            <a:pPr lvl="3"/>
            <a:r>
              <a:rPr lang="zh-CN" altLang="en-US"/>
              <a:t>四级</a:t>
            </a:r>
          </a:p>
          <a:p>
            <a:pPr lvl="4"/>
            <a:r>
              <a:rPr lang="zh-CN" altLang="en-US"/>
              <a:t>五级</a:t>
            </a:r>
          </a:p>
        </p:txBody>
      </p:sp>
      <p:sp>
        <p:nvSpPr>
          <p:cNvPr id="7" name="日期占位符 6">
            <a:extLst>
              <a:ext uri="{FF2B5EF4-FFF2-40B4-BE49-F238E27FC236}">
                <a16:creationId xmlns:a16="http://schemas.microsoft.com/office/drawing/2014/main" id="{D40BF13F-1370-FC3D-DA11-FF5E826A004E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25E5536B-A027-4CB6-B79C-2CCC8E4B228A}" type="datetimeFigureOut">
              <a:rPr lang="zh-CN" altLang="en-US" smtClean="0"/>
              <a:t>2025/12/10</a:t>
            </a:fld>
            <a:endParaRPr lang="zh-CN" altLang="en-US"/>
          </a:p>
        </p:txBody>
      </p:sp>
      <p:sp>
        <p:nvSpPr>
          <p:cNvPr id="8" name="页脚占位符 7">
            <a:extLst>
              <a:ext uri="{FF2B5EF4-FFF2-40B4-BE49-F238E27FC236}">
                <a16:creationId xmlns:a16="http://schemas.microsoft.com/office/drawing/2014/main" id="{0D244552-F57C-A610-50D4-A8479A3EDCE4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zh-CN" altLang="en-US"/>
          </a:p>
        </p:txBody>
      </p:sp>
      <p:sp>
        <p:nvSpPr>
          <p:cNvPr id="9" name="灯片编号占位符 8">
            <a:extLst>
              <a:ext uri="{FF2B5EF4-FFF2-40B4-BE49-F238E27FC236}">
                <a16:creationId xmlns:a16="http://schemas.microsoft.com/office/drawing/2014/main" id="{B22DA233-A5CE-C959-082C-965E9DAC441E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A5CFF229-F984-4A83-A8AE-3AB322F9D657}" type="slidenum">
              <a:rPr lang="zh-CN" altLang="en-US" smtClean="0"/>
              <a:t>‹#›</a:t>
            </a:fld>
            <a:endParaRPr lang="zh-CN" altLang="en-US"/>
          </a:p>
        </p:txBody>
      </p:sp>
    </p:spTree>
    <p:extLst>
      <p:ext uri="{BB962C8B-B14F-4D97-AF65-F5344CB8AC3E}">
        <p14:creationId xmlns:p14="http://schemas.microsoft.com/office/powerpoint/2010/main" val="2525535345"/>
      </p:ext>
    </p:extLst>
  </p:cSld>
  <p:clrMapOvr>
    <a:masterClrMapping/>
  </p:clrMapOvr>
</p:sldLayout>
</file>

<file path=ppt/slideLayouts/slideLayout6.xml><?xml version="1.0" encoding="utf-8"?>
<p:sldLayout xmlns:a="http://schemas.openxmlformats.org/drawingml/2006/main" xmlns:r="http://schemas.openxmlformats.org/officeDocument/2006/relationships" xmlns:p="http://schemas.openxmlformats.org/presentationml/2006/main" type="titleOnly" preserve="1">
  <p:cSld name="仅标题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标题 1">
            <a:extLst>
              <a:ext uri="{FF2B5EF4-FFF2-40B4-BE49-F238E27FC236}">
                <a16:creationId xmlns:a16="http://schemas.microsoft.com/office/drawing/2014/main" id="{3949A56C-9970-3462-7C58-A552906A25F0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zh-CN" altLang="en-US"/>
              <a:t>单击此处编辑母版标题样式</a:t>
            </a:r>
          </a:p>
        </p:txBody>
      </p:sp>
      <p:sp>
        <p:nvSpPr>
          <p:cNvPr id="3" name="日期占位符 2">
            <a:extLst>
              <a:ext uri="{FF2B5EF4-FFF2-40B4-BE49-F238E27FC236}">
                <a16:creationId xmlns:a16="http://schemas.microsoft.com/office/drawing/2014/main" id="{D9698367-F318-C94E-E62E-CBE62B8015A5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25E5536B-A027-4CB6-B79C-2CCC8E4B228A}" type="datetimeFigureOut">
              <a:rPr lang="zh-CN" altLang="en-US" smtClean="0"/>
              <a:t>2025/12/10</a:t>
            </a:fld>
            <a:endParaRPr lang="zh-CN" altLang="en-US"/>
          </a:p>
        </p:txBody>
      </p:sp>
      <p:sp>
        <p:nvSpPr>
          <p:cNvPr id="4" name="页脚占位符 3">
            <a:extLst>
              <a:ext uri="{FF2B5EF4-FFF2-40B4-BE49-F238E27FC236}">
                <a16:creationId xmlns:a16="http://schemas.microsoft.com/office/drawing/2014/main" id="{14B8E9A0-7A8F-C4C3-45DF-101F2B9DB6D2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zh-CN" altLang="en-US"/>
          </a:p>
        </p:txBody>
      </p:sp>
      <p:sp>
        <p:nvSpPr>
          <p:cNvPr id="5" name="灯片编号占位符 4">
            <a:extLst>
              <a:ext uri="{FF2B5EF4-FFF2-40B4-BE49-F238E27FC236}">
                <a16:creationId xmlns:a16="http://schemas.microsoft.com/office/drawing/2014/main" id="{E4007081-502B-E831-A7D8-E7120F76DC8C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A5CFF229-F984-4A83-A8AE-3AB322F9D657}" type="slidenum">
              <a:rPr lang="zh-CN" altLang="en-US" smtClean="0"/>
              <a:t>‹#›</a:t>
            </a:fld>
            <a:endParaRPr lang="zh-CN" altLang="en-US"/>
          </a:p>
        </p:txBody>
      </p:sp>
    </p:spTree>
    <p:extLst>
      <p:ext uri="{BB962C8B-B14F-4D97-AF65-F5344CB8AC3E}">
        <p14:creationId xmlns:p14="http://schemas.microsoft.com/office/powerpoint/2010/main" val="337538139"/>
      </p:ext>
    </p:extLst>
  </p:cSld>
  <p:clrMapOvr>
    <a:masterClrMapping/>
  </p:clrMapOvr>
</p:sldLayout>
</file>

<file path=ppt/slideLayouts/slideLayout7.xml><?xml version="1.0" encoding="utf-8"?>
<p:sldLayout xmlns:a="http://schemas.openxmlformats.org/drawingml/2006/main" xmlns:r="http://schemas.openxmlformats.org/officeDocument/2006/relationships" xmlns:p="http://schemas.openxmlformats.org/presentationml/2006/main" type="blank" preserve="1">
  <p:cSld name="空白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日期占位符 1">
            <a:extLst>
              <a:ext uri="{FF2B5EF4-FFF2-40B4-BE49-F238E27FC236}">
                <a16:creationId xmlns:a16="http://schemas.microsoft.com/office/drawing/2014/main" id="{7FD4826B-66C2-C05E-CFCF-54402CF41412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25E5536B-A027-4CB6-B79C-2CCC8E4B228A}" type="datetimeFigureOut">
              <a:rPr lang="zh-CN" altLang="en-US" smtClean="0"/>
              <a:t>2025/12/10</a:t>
            </a:fld>
            <a:endParaRPr lang="zh-CN" altLang="en-US"/>
          </a:p>
        </p:txBody>
      </p:sp>
      <p:sp>
        <p:nvSpPr>
          <p:cNvPr id="3" name="页脚占位符 2">
            <a:extLst>
              <a:ext uri="{FF2B5EF4-FFF2-40B4-BE49-F238E27FC236}">
                <a16:creationId xmlns:a16="http://schemas.microsoft.com/office/drawing/2014/main" id="{248367CA-E074-B8AD-7BB9-796BE0D850BD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zh-CN" altLang="en-US"/>
          </a:p>
        </p:txBody>
      </p:sp>
      <p:sp>
        <p:nvSpPr>
          <p:cNvPr id="4" name="灯片编号占位符 3">
            <a:extLst>
              <a:ext uri="{FF2B5EF4-FFF2-40B4-BE49-F238E27FC236}">
                <a16:creationId xmlns:a16="http://schemas.microsoft.com/office/drawing/2014/main" id="{2A25B27D-17EC-71CF-1123-ECA305B868F5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A5CFF229-F984-4A83-A8AE-3AB322F9D657}" type="slidenum">
              <a:rPr lang="zh-CN" altLang="en-US" smtClean="0"/>
              <a:t>‹#›</a:t>
            </a:fld>
            <a:endParaRPr lang="zh-CN" altLang="en-US"/>
          </a:p>
        </p:txBody>
      </p:sp>
    </p:spTree>
    <p:extLst>
      <p:ext uri="{BB962C8B-B14F-4D97-AF65-F5344CB8AC3E}">
        <p14:creationId xmlns:p14="http://schemas.microsoft.com/office/powerpoint/2010/main" val="949205011"/>
      </p:ext>
    </p:extLst>
  </p:cSld>
  <p:clrMapOvr>
    <a:masterClrMapping/>
  </p:clrMapOvr>
</p:sldLayout>
</file>

<file path=ppt/slideLayouts/slideLayout8.xml><?xml version="1.0" encoding="utf-8"?>
<p:sldLayout xmlns:a="http://schemas.openxmlformats.org/drawingml/2006/main" xmlns:r="http://schemas.openxmlformats.org/officeDocument/2006/relationships" xmlns:p="http://schemas.openxmlformats.org/presentationml/2006/main" type="objTx" preserve="1">
  <p:cSld name="内容与标题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标题 1">
            <a:extLst>
              <a:ext uri="{FF2B5EF4-FFF2-40B4-BE49-F238E27FC236}">
                <a16:creationId xmlns:a16="http://schemas.microsoft.com/office/drawing/2014/main" id="{B5DD8A77-A483-B3F1-E987-CD96BBCF8334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839788" y="457200"/>
            <a:ext cx="3932237" cy="1600200"/>
          </a:xfrm>
        </p:spPr>
        <p:txBody>
          <a:bodyPr anchor="b"/>
          <a:lstStyle>
            <a:lvl1pPr>
              <a:defRPr sz="3200"/>
            </a:lvl1pPr>
          </a:lstStyle>
          <a:p>
            <a:r>
              <a:rPr lang="zh-CN" altLang="en-US"/>
              <a:t>单击此处编辑母版标题样式</a:t>
            </a:r>
          </a:p>
        </p:txBody>
      </p:sp>
      <p:sp>
        <p:nvSpPr>
          <p:cNvPr id="3" name="内容占位符 2">
            <a:extLst>
              <a:ext uri="{FF2B5EF4-FFF2-40B4-BE49-F238E27FC236}">
                <a16:creationId xmlns:a16="http://schemas.microsoft.com/office/drawing/2014/main" id="{A74DF77B-2AB4-D7DF-9D00-96EED32ABC4A}"/>
              </a:ext>
            </a:extLst>
          </p:cNvPr>
          <p:cNvSpPr>
            <a:spLocks noGrp="1"/>
          </p:cNvSpPr>
          <p:nvPr>
            <p:ph idx="1"/>
          </p:nvPr>
        </p:nvSpPr>
        <p:spPr>
          <a:xfrm>
            <a:off x="5183188" y="987425"/>
            <a:ext cx="6172200" cy="4873625"/>
          </a:xfrm>
        </p:spPr>
        <p:txBody>
          <a:bodyPr/>
          <a:lstStyle>
            <a:lvl1pPr>
              <a:defRPr sz="3200"/>
            </a:lvl1pPr>
            <a:lvl2pPr>
              <a:defRPr sz="2800"/>
            </a:lvl2pPr>
            <a:lvl3pPr>
              <a:defRPr sz="2400"/>
            </a:lvl3pPr>
            <a:lvl4pPr>
              <a:defRPr sz="2000"/>
            </a:lvl4pPr>
            <a:lvl5pPr>
              <a:defRPr sz="2000"/>
            </a:lvl5pPr>
            <a:lvl6pPr>
              <a:defRPr sz="2000"/>
            </a:lvl6pPr>
            <a:lvl7pPr>
              <a:defRPr sz="2000"/>
            </a:lvl7pPr>
            <a:lvl8pPr>
              <a:defRPr sz="2000"/>
            </a:lvl8pPr>
            <a:lvl9pPr>
              <a:defRPr sz="2000"/>
            </a:lvl9pPr>
          </a:lstStyle>
          <a:p>
            <a:pPr lvl="0"/>
            <a:r>
              <a:rPr lang="zh-CN" altLang="en-US"/>
              <a:t>单击此处编辑母版文本样式</a:t>
            </a:r>
          </a:p>
          <a:p>
            <a:pPr lvl="1"/>
            <a:r>
              <a:rPr lang="zh-CN" altLang="en-US"/>
              <a:t>二级</a:t>
            </a:r>
          </a:p>
          <a:p>
            <a:pPr lvl="2"/>
            <a:r>
              <a:rPr lang="zh-CN" altLang="en-US"/>
              <a:t>三级</a:t>
            </a:r>
          </a:p>
          <a:p>
            <a:pPr lvl="3"/>
            <a:r>
              <a:rPr lang="zh-CN" altLang="en-US"/>
              <a:t>四级</a:t>
            </a:r>
          </a:p>
          <a:p>
            <a:pPr lvl="4"/>
            <a:r>
              <a:rPr lang="zh-CN" altLang="en-US"/>
              <a:t>五级</a:t>
            </a:r>
          </a:p>
        </p:txBody>
      </p:sp>
      <p:sp>
        <p:nvSpPr>
          <p:cNvPr id="4" name="文本占位符 3">
            <a:extLst>
              <a:ext uri="{FF2B5EF4-FFF2-40B4-BE49-F238E27FC236}">
                <a16:creationId xmlns:a16="http://schemas.microsoft.com/office/drawing/2014/main" id="{E86372D2-D835-6F38-9075-E09F38EB6948}"/>
              </a:ext>
            </a:extLst>
          </p:cNvPr>
          <p:cNvSpPr>
            <a:spLocks noGrp="1"/>
          </p:cNvSpPr>
          <p:nvPr>
            <p:ph type="body" sz="half" idx="2"/>
          </p:nvPr>
        </p:nvSpPr>
        <p:spPr>
          <a:xfrm>
            <a:off x="839788" y="2057400"/>
            <a:ext cx="3932237" cy="3811588"/>
          </a:xfrm>
        </p:spPr>
        <p:txBody>
          <a:bodyPr/>
          <a:lstStyle>
            <a:lvl1pPr marL="0" indent="0">
              <a:buNone/>
              <a:defRPr sz="1600"/>
            </a:lvl1pPr>
            <a:lvl2pPr marL="457200" indent="0">
              <a:buNone/>
              <a:defRPr sz="1400"/>
            </a:lvl2pPr>
            <a:lvl3pPr marL="914400" indent="0">
              <a:buNone/>
              <a:defRPr sz="1200"/>
            </a:lvl3pPr>
            <a:lvl4pPr marL="1371600" indent="0">
              <a:buNone/>
              <a:defRPr sz="1000"/>
            </a:lvl4pPr>
            <a:lvl5pPr marL="1828800" indent="0">
              <a:buNone/>
              <a:defRPr sz="1000"/>
            </a:lvl5pPr>
            <a:lvl6pPr marL="2286000" indent="0">
              <a:buNone/>
              <a:defRPr sz="1000"/>
            </a:lvl6pPr>
            <a:lvl7pPr marL="2743200" indent="0">
              <a:buNone/>
              <a:defRPr sz="1000"/>
            </a:lvl7pPr>
            <a:lvl8pPr marL="3200400" indent="0">
              <a:buNone/>
              <a:defRPr sz="1000"/>
            </a:lvl8pPr>
            <a:lvl9pPr marL="3657600" indent="0">
              <a:buNone/>
              <a:defRPr sz="1000"/>
            </a:lvl9pPr>
          </a:lstStyle>
          <a:p>
            <a:pPr lvl="0"/>
            <a:r>
              <a:rPr lang="zh-CN" altLang="en-US"/>
              <a:t>单击此处编辑母版文本样式</a:t>
            </a:r>
          </a:p>
        </p:txBody>
      </p:sp>
      <p:sp>
        <p:nvSpPr>
          <p:cNvPr id="5" name="日期占位符 4">
            <a:extLst>
              <a:ext uri="{FF2B5EF4-FFF2-40B4-BE49-F238E27FC236}">
                <a16:creationId xmlns:a16="http://schemas.microsoft.com/office/drawing/2014/main" id="{6A7388BD-C7C9-DE60-4DFF-6A037451CC66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25E5536B-A027-4CB6-B79C-2CCC8E4B228A}" type="datetimeFigureOut">
              <a:rPr lang="zh-CN" altLang="en-US" smtClean="0"/>
              <a:t>2025/12/10</a:t>
            </a:fld>
            <a:endParaRPr lang="zh-CN" altLang="en-US"/>
          </a:p>
        </p:txBody>
      </p:sp>
      <p:sp>
        <p:nvSpPr>
          <p:cNvPr id="6" name="页脚占位符 5">
            <a:extLst>
              <a:ext uri="{FF2B5EF4-FFF2-40B4-BE49-F238E27FC236}">
                <a16:creationId xmlns:a16="http://schemas.microsoft.com/office/drawing/2014/main" id="{1D1FA32A-A965-9729-DFB4-142AA742C230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zh-CN" altLang="en-US"/>
          </a:p>
        </p:txBody>
      </p:sp>
      <p:sp>
        <p:nvSpPr>
          <p:cNvPr id="7" name="灯片编号占位符 6">
            <a:extLst>
              <a:ext uri="{FF2B5EF4-FFF2-40B4-BE49-F238E27FC236}">
                <a16:creationId xmlns:a16="http://schemas.microsoft.com/office/drawing/2014/main" id="{C3C938C9-6C1E-BCD8-7C42-9A326E7A475D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A5CFF229-F984-4A83-A8AE-3AB322F9D657}" type="slidenum">
              <a:rPr lang="zh-CN" altLang="en-US" smtClean="0"/>
              <a:t>‹#›</a:t>
            </a:fld>
            <a:endParaRPr lang="zh-CN" altLang="en-US"/>
          </a:p>
        </p:txBody>
      </p:sp>
    </p:spTree>
    <p:extLst>
      <p:ext uri="{BB962C8B-B14F-4D97-AF65-F5344CB8AC3E}">
        <p14:creationId xmlns:p14="http://schemas.microsoft.com/office/powerpoint/2010/main" val="1053326493"/>
      </p:ext>
    </p:extLst>
  </p:cSld>
  <p:clrMapOvr>
    <a:masterClrMapping/>
  </p:clrMapOvr>
</p:sldLayout>
</file>

<file path=ppt/slideLayouts/slideLayout9.xml><?xml version="1.0" encoding="utf-8"?>
<p:sldLayout xmlns:a="http://schemas.openxmlformats.org/drawingml/2006/main" xmlns:r="http://schemas.openxmlformats.org/officeDocument/2006/relationships" xmlns:p="http://schemas.openxmlformats.org/presentationml/2006/main" type="picTx" preserve="1">
  <p:cSld name="图片与标题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标题 1">
            <a:extLst>
              <a:ext uri="{FF2B5EF4-FFF2-40B4-BE49-F238E27FC236}">
                <a16:creationId xmlns:a16="http://schemas.microsoft.com/office/drawing/2014/main" id="{6C4477F2-7318-3385-C9E9-2CF847AC25AD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839788" y="457200"/>
            <a:ext cx="3932237" cy="1600200"/>
          </a:xfrm>
        </p:spPr>
        <p:txBody>
          <a:bodyPr anchor="b"/>
          <a:lstStyle>
            <a:lvl1pPr>
              <a:defRPr sz="3200"/>
            </a:lvl1pPr>
          </a:lstStyle>
          <a:p>
            <a:r>
              <a:rPr lang="zh-CN" altLang="en-US"/>
              <a:t>单击此处编辑母版标题样式</a:t>
            </a:r>
          </a:p>
        </p:txBody>
      </p:sp>
      <p:sp>
        <p:nvSpPr>
          <p:cNvPr id="3" name="图片占位符 2">
            <a:extLst>
              <a:ext uri="{FF2B5EF4-FFF2-40B4-BE49-F238E27FC236}">
                <a16:creationId xmlns:a16="http://schemas.microsoft.com/office/drawing/2014/main" id="{16FA65FB-10DB-6028-FF8C-5B708351A624}"/>
              </a:ext>
            </a:extLst>
          </p:cNvPr>
          <p:cNvSpPr>
            <a:spLocks noGrp="1"/>
          </p:cNvSpPr>
          <p:nvPr>
            <p:ph type="pic" idx="1"/>
          </p:nvPr>
        </p:nvSpPr>
        <p:spPr>
          <a:xfrm>
            <a:off x="5183188" y="987425"/>
            <a:ext cx="6172200" cy="4873625"/>
          </a:xfrm>
        </p:spPr>
        <p:txBody>
          <a:bodyPr/>
          <a:lstStyle>
            <a:lvl1pPr marL="0" indent="0">
              <a:buNone/>
              <a:defRPr sz="3200"/>
            </a:lvl1pPr>
            <a:lvl2pPr marL="457200" indent="0">
              <a:buNone/>
              <a:defRPr sz="2800"/>
            </a:lvl2pPr>
            <a:lvl3pPr marL="914400" indent="0">
              <a:buNone/>
              <a:defRPr sz="2400"/>
            </a:lvl3pPr>
            <a:lvl4pPr marL="1371600" indent="0">
              <a:buNone/>
              <a:defRPr sz="2000"/>
            </a:lvl4pPr>
            <a:lvl5pPr marL="1828800" indent="0">
              <a:buNone/>
              <a:defRPr sz="2000"/>
            </a:lvl5pPr>
            <a:lvl6pPr marL="2286000" indent="0">
              <a:buNone/>
              <a:defRPr sz="2000"/>
            </a:lvl6pPr>
            <a:lvl7pPr marL="2743200" indent="0">
              <a:buNone/>
              <a:defRPr sz="2000"/>
            </a:lvl7pPr>
            <a:lvl8pPr marL="3200400" indent="0">
              <a:buNone/>
              <a:defRPr sz="2000"/>
            </a:lvl8pPr>
            <a:lvl9pPr marL="3657600" indent="0">
              <a:buNone/>
              <a:defRPr sz="2000"/>
            </a:lvl9pPr>
          </a:lstStyle>
          <a:p>
            <a:endParaRPr lang="zh-CN" altLang="en-US"/>
          </a:p>
        </p:txBody>
      </p:sp>
      <p:sp>
        <p:nvSpPr>
          <p:cNvPr id="4" name="文本占位符 3">
            <a:extLst>
              <a:ext uri="{FF2B5EF4-FFF2-40B4-BE49-F238E27FC236}">
                <a16:creationId xmlns:a16="http://schemas.microsoft.com/office/drawing/2014/main" id="{FD6C6BC1-01A0-F2E3-6BB1-2C08A507A5A2}"/>
              </a:ext>
            </a:extLst>
          </p:cNvPr>
          <p:cNvSpPr>
            <a:spLocks noGrp="1"/>
          </p:cNvSpPr>
          <p:nvPr>
            <p:ph type="body" sz="half" idx="2"/>
          </p:nvPr>
        </p:nvSpPr>
        <p:spPr>
          <a:xfrm>
            <a:off x="839788" y="2057400"/>
            <a:ext cx="3932237" cy="3811588"/>
          </a:xfrm>
        </p:spPr>
        <p:txBody>
          <a:bodyPr/>
          <a:lstStyle>
            <a:lvl1pPr marL="0" indent="0">
              <a:buNone/>
              <a:defRPr sz="1600"/>
            </a:lvl1pPr>
            <a:lvl2pPr marL="457200" indent="0">
              <a:buNone/>
              <a:defRPr sz="1400"/>
            </a:lvl2pPr>
            <a:lvl3pPr marL="914400" indent="0">
              <a:buNone/>
              <a:defRPr sz="1200"/>
            </a:lvl3pPr>
            <a:lvl4pPr marL="1371600" indent="0">
              <a:buNone/>
              <a:defRPr sz="1000"/>
            </a:lvl4pPr>
            <a:lvl5pPr marL="1828800" indent="0">
              <a:buNone/>
              <a:defRPr sz="1000"/>
            </a:lvl5pPr>
            <a:lvl6pPr marL="2286000" indent="0">
              <a:buNone/>
              <a:defRPr sz="1000"/>
            </a:lvl6pPr>
            <a:lvl7pPr marL="2743200" indent="0">
              <a:buNone/>
              <a:defRPr sz="1000"/>
            </a:lvl7pPr>
            <a:lvl8pPr marL="3200400" indent="0">
              <a:buNone/>
              <a:defRPr sz="1000"/>
            </a:lvl8pPr>
            <a:lvl9pPr marL="3657600" indent="0">
              <a:buNone/>
              <a:defRPr sz="1000"/>
            </a:lvl9pPr>
          </a:lstStyle>
          <a:p>
            <a:pPr lvl="0"/>
            <a:r>
              <a:rPr lang="zh-CN" altLang="en-US"/>
              <a:t>单击此处编辑母版文本样式</a:t>
            </a:r>
          </a:p>
        </p:txBody>
      </p:sp>
      <p:sp>
        <p:nvSpPr>
          <p:cNvPr id="5" name="日期占位符 4">
            <a:extLst>
              <a:ext uri="{FF2B5EF4-FFF2-40B4-BE49-F238E27FC236}">
                <a16:creationId xmlns:a16="http://schemas.microsoft.com/office/drawing/2014/main" id="{9A0E9404-7962-AE48-2F98-A1D51B486083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25E5536B-A027-4CB6-B79C-2CCC8E4B228A}" type="datetimeFigureOut">
              <a:rPr lang="zh-CN" altLang="en-US" smtClean="0"/>
              <a:t>2025/12/10</a:t>
            </a:fld>
            <a:endParaRPr lang="zh-CN" altLang="en-US"/>
          </a:p>
        </p:txBody>
      </p:sp>
      <p:sp>
        <p:nvSpPr>
          <p:cNvPr id="6" name="页脚占位符 5">
            <a:extLst>
              <a:ext uri="{FF2B5EF4-FFF2-40B4-BE49-F238E27FC236}">
                <a16:creationId xmlns:a16="http://schemas.microsoft.com/office/drawing/2014/main" id="{FCA7EA85-4980-A8A4-4FE1-2C38D35DB96E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zh-CN" altLang="en-US"/>
          </a:p>
        </p:txBody>
      </p:sp>
      <p:sp>
        <p:nvSpPr>
          <p:cNvPr id="7" name="灯片编号占位符 6">
            <a:extLst>
              <a:ext uri="{FF2B5EF4-FFF2-40B4-BE49-F238E27FC236}">
                <a16:creationId xmlns:a16="http://schemas.microsoft.com/office/drawing/2014/main" id="{1B8A7A04-5136-B0FF-2CC0-ADE78FCAB44F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A5CFF229-F984-4A83-A8AE-3AB322F9D657}" type="slidenum">
              <a:rPr lang="zh-CN" altLang="en-US" smtClean="0"/>
              <a:t>‹#›</a:t>
            </a:fld>
            <a:endParaRPr lang="zh-CN" altLang="en-US"/>
          </a:p>
        </p:txBody>
      </p:sp>
    </p:spTree>
    <p:extLst>
      <p:ext uri="{BB962C8B-B14F-4D97-AF65-F5344CB8AC3E}">
        <p14:creationId xmlns:p14="http://schemas.microsoft.com/office/powerpoint/2010/main" val="3536097032"/>
      </p:ext>
    </p:extLst>
  </p:cSld>
  <p:clrMapOvr>
    <a:masterClrMapping/>
  </p:clrMapOvr>
</p:sldLayout>
</file>

<file path=ppt/slideLayouts/slideLayout10.xml><?xml version="1.0" encoding="utf-8"?>
<p:sldLayout xmlns:a="http://schemas.openxmlformats.org/drawingml/2006/main" xmlns:r="http://schemas.openxmlformats.org/officeDocument/2006/relationships" xmlns:p="http://schemas.openxmlformats.org/presentationml/2006/main" type="vertTx" preserve="1">
  <p:cSld name="标题和竖排文字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标题 1">
            <a:extLst>
              <a:ext uri="{FF2B5EF4-FFF2-40B4-BE49-F238E27FC236}">
                <a16:creationId xmlns:a16="http://schemas.microsoft.com/office/drawing/2014/main" id="{E0909FFE-1E7B-DDA4-14CB-F0332AD0EFEC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zh-CN" altLang="en-US"/>
              <a:t>单击此处编辑母版标题样式</a:t>
            </a:r>
          </a:p>
        </p:txBody>
      </p:sp>
      <p:sp>
        <p:nvSpPr>
          <p:cNvPr id="3" name="竖排文字占位符 2">
            <a:extLst>
              <a:ext uri="{FF2B5EF4-FFF2-40B4-BE49-F238E27FC236}">
                <a16:creationId xmlns:a16="http://schemas.microsoft.com/office/drawing/2014/main" id="{23AD8587-0402-A9C2-C8A7-12658C068FB7}"/>
              </a:ext>
            </a:extLst>
          </p:cNvPr>
          <p:cNvSpPr>
            <a:spLocks noGrp="1"/>
          </p:cNvSpPr>
          <p:nvPr>
            <p:ph type="body" orient="vert" idx="1"/>
          </p:nvPr>
        </p:nvSpPr>
        <p:spPr/>
        <p:txBody>
          <a:bodyPr vert="eaVert"/>
          <a:lstStyle/>
          <a:p>
            <a:pPr lvl="0"/>
            <a:r>
              <a:rPr lang="zh-CN" altLang="en-US"/>
              <a:t>单击此处编辑母版文本样式</a:t>
            </a:r>
          </a:p>
          <a:p>
            <a:pPr lvl="1"/>
            <a:r>
              <a:rPr lang="zh-CN" altLang="en-US"/>
              <a:t>二级</a:t>
            </a:r>
          </a:p>
          <a:p>
            <a:pPr lvl="2"/>
            <a:r>
              <a:rPr lang="zh-CN" altLang="en-US"/>
              <a:t>三级</a:t>
            </a:r>
          </a:p>
          <a:p>
            <a:pPr lvl="3"/>
            <a:r>
              <a:rPr lang="zh-CN" altLang="en-US"/>
              <a:t>四级</a:t>
            </a:r>
          </a:p>
          <a:p>
            <a:pPr lvl="4"/>
            <a:r>
              <a:rPr lang="zh-CN" altLang="en-US"/>
              <a:t>五级</a:t>
            </a:r>
          </a:p>
        </p:txBody>
      </p:sp>
      <p:sp>
        <p:nvSpPr>
          <p:cNvPr id="4" name="日期占位符 3">
            <a:extLst>
              <a:ext uri="{FF2B5EF4-FFF2-40B4-BE49-F238E27FC236}">
                <a16:creationId xmlns:a16="http://schemas.microsoft.com/office/drawing/2014/main" id="{EBC58B8E-A89E-07AA-56F0-15BDF3E80EA9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25E5536B-A027-4CB6-B79C-2CCC8E4B228A}" type="datetimeFigureOut">
              <a:rPr lang="zh-CN" altLang="en-US" smtClean="0"/>
              <a:t>2025/12/10</a:t>
            </a:fld>
            <a:endParaRPr lang="zh-CN" altLang="en-US"/>
          </a:p>
        </p:txBody>
      </p:sp>
      <p:sp>
        <p:nvSpPr>
          <p:cNvPr id="5" name="页脚占位符 4">
            <a:extLst>
              <a:ext uri="{FF2B5EF4-FFF2-40B4-BE49-F238E27FC236}">
                <a16:creationId xmlns:a16="http://schemas.microsoft.com/office/drawing/2014/main" id="{3561974A-00AD-C721-D174-53E46A04F080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zh-CN" altLang="en-US"/>
          </a:p>
        </p:txBody>
      </p:sp>
      <p:sp>
        <p:nvSpPr>
          <p:cNvPr id="6" name="灯片编号占位符 5">
            <a:extLst>
              <a:ext uri="{FF2B5EF4-FFF2-40B4-BE49-F238E27FC236}">
                <a16:creationId xmlns:a16="http://schemas.microsoft.com/office/drawing/2014/main" id="{29D1C049-666B-CB85-FB26-C5B02CF8EB9D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A5CFF229-F984-4A83-A8AE-3AB322F9D657}" type="slidenum">
              <a:rPr lang="zh-CN" altLang="en-US" smtClean="0"/>
              <a:t>‹#›</a:t>
            </a:fld>
            <a:endParaRPr lang="zh-CN" altLang="en-US"/>
          </a:p>
        </p:txBody>
      </p:sp>
    </p:spTree>
    <p:extLst>
      <p:ext uri="{BB962C8B-B14F-4D97-AF65-F5344CB8AC3E}">
        <p14:creationId xmlns:p14="http://schemas.microsoft.com/office/powerpoint/2010/main" val="118405414"/>
      </p:ext>
    </p:extLst>
  </p:cSld>
  <p:clrMapOvr>
    <a:masterClrMapping/>
  </p:clrMapOvr>
</p:sldLayout>
</file>

<file path=ppt/slideLayouts/slideLayout11.xml><?xml version="1.0" encoding="utf-8"?>
<p:sldLayout xmlns:a="http://schemas.openxmlformats.org/drawingml/2006/main" xmlns:r="http://schemas.openxmlformats.org/officeDocument/2006/relationships" xmlns:p="http://schemas.openxmlformats.org/presentationml/2006/main" type="vertTitleAndTx" preserve="1">
  <p:cSld name="竖排标题与文本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竖排标题 1">
            <a:extLst>
              <a:ext uri="{FF2B5EF4-FFF2-40B4-BE49-F238E27FC236}">
                <a16:creationId xmlns:a16="http://schemas.microsoft.com/office/drawing/2014/main" id="{3D397558-5875-0E9F-0D77-CEE1507CE50E}"/>
              </a:ext>
            </a:extLst>
          </p:cNvPr>
          <p:cNvSpPr>
            <a:spLocks noGrp="1"/>
          </p:cNvSpPr>
          <p:nvPr>
            <p:ph type="title" orient="vert"/>
          </p:nvPr>
        </p:nvSpPr>
        <p:spPr>
          <a:xfrm>
            <a:off x="8724900" y="365125"/>
            <a:ext cx="2628900" cy="5811838"/>
          </a:xfrm>
        </p:spPr>
        <p:txBody>
          <a:bodyPr vert="eaVert"/>
          <a:lstStyle/>
          <a:p>
            <a:r>
              <a:rPr lang="zh-CN" altLang="en-US"/>
              <a:t>单击此处编辑母版标题样式</a:t>
            </a:r>
          </a:p>
        </p:txBody>
      </p:sp>
      <p:sp>
        <p:nvSpPr>
          <p:cNvPr id="3" name="竖排文字占位符 2">
            <a:extLst>
              <a:ext uri="{FF2B5EF4-FFF2-40B4-BE49-F238E27FC236}">
                <a16:creationId xmlns:a16="http://schemas.microsoft.com/office/drawing/2014/main" id="{D27576A8-1BE0-18C5-1720-AD8A61954F3D}"/>
              </a:ext>
            </a:extLst>
          </p:cNvPr>
          <p:cNvSpPr>
            <a:spLocks noGrp="1"/>
          </p:cNvSpPr>
          <p:nvPr>
            <p:ph type="body" orient="vert" idx="1"/>
          </p:nvPr>
        </p:nvSpPr>
        <p:spPr>
          <a:xfrm>
            <a:off x="838200" y="365125"/>
            <a:ext cx="7734300" cy="5811838"/>
          </a:xfrm>
        </p:spPr>
        <p:txBody>
          <a:bodyPr vert="eaVert"/>
          <a:lstStyle/>
          <a:p>
            <a:pPr lvl="0"/>
            <a:r>
              <a:rPr lang="zh-CN" altLang="en-US"/>
              <a:t>单击此处编辑母版文本样式</a:t>
            </a:r>
          </a:p>
          <a:p>
            <a:pPr lvl="1"/>
            <a:r>
              <a:rPr lang="zh-CN" altLang="en-US"/>
              <a:t>二级</a:t>
            </a:r>
          </a:p>
          <a:p>
            <a:pPr lvl="2"/>
            <a:r>
              <a:rPr lang="zh-CN" altLang="en-US"/>
              <a:t>三级</a:t>
            </a:r>
          </a:p>
          <a:p>
            <a:pPr lvl="3"/>
            <a:r>
              <a:rPr lang="zh-CN" altLang="en-US"/>
              <a:t>四级</a:t>
            </a:r>
          </a:p>
          <a:p>
            <a:pPr lvl="4"/>
            <a:r>
              <a:rPr lang="zh-CN" altLang="en-US"/>
              <a:t>五级</a:t>
            </a:r>
          </a:p>
        </p:txBody>
      </p:sp>
      <p:sp>
        <p:nvSpPr>
          <p:cNvPr id="4" name="日期占位符 3">
            <a:extLst>
              <a:ext uri="{FF2B5EF4-FFF2-40B4-BE49-F238E27FC236}">
                <a16:creationId xmlns:a16="http://schemas.microsoft.com/office/drawing/2014/main" id="{ED180DB8-092A-4552-7D0A-3124FFA3554D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25E5536B-A027-4CB6-B79C-2CCC8E4B228A}" type="datetimeFigureOut">
              <a:rPr lang="zh-CN" altLang="en-US" smtClean="0"/>
              <a:t>2025/12/10</a:t>
            </a:fld>
            <a:endParaRPr lang="zh-CN" altLang="en-US"/>
          </a:p>
        </p:txBody>
      </p:sp>
      <p:sp>
        <p:nvSpPr>
          <p:cNvPr id="5" name="页脚占位符 4">
            <a:extLst>
              <a:ext uri="{FF2B5EF4-FFF2-40B4-BE49-F238E27FC236}">
                <a16:creationId xmlns:a16="http://schemas.microsoft.com/office/drawing/2014/main" id="{BAAE7364-AD86-0744-BD79-1118F3669425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zh-CN" altLang="en-US"/>
          </a:p>
        </p:txBody>
      </p:sp>
      <p:sp>
        <p:nvSpPr>
          <p:cNvPr id="6" name="灯片编号占位符 5">
            <a:extLst>
              <a:ext uri="{FF2B5EF4-FFF2-40B4-BE49-F238E27FC236}">
                <a16:creationId xmlns:a16="http://schemas.microsoft.com/office/drawing/2014/main" id="{22FA81B4-0DF3-B1CC-04B3-72F7BD632501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A5CFF229-F984-4A83-A8AE-3AB322F9D657}" type="slidenum">
              <a:rPr lang="zh-CN" altLang="en-US" smtClean="0"/>
              <a:t>‹#›</a:t>
            </a:fld>
            <a:endParaRPr lang="zh-CN" altLang="en-US"/>
          </a:p>
        </p:txBody>
      </p:sp>
    </p:spTree>
    <p:extLst>
      <p:ext uri="{BB962C8B-B14F-4D97-AF65-F5344CB8AC3E}">
        <p14:creationId xmlns:p14="http://schemas.microsoft.com/office/powerpoint/2010/main" val="2582926093"/>
      </p:ext>
    </p:extLst>
  </p:cSld>
  <p:clrMapOvr>
    <a:masterClrMapping/>
  </p:clrMapOvr>
</p:sldLayout>
</file>

<file path=ppt/slideMasters/_rels/slideMaster1.xml.rels><?xml version="1.0" encoding="UTF-8" standalone="yes"?>
<Relationships xmlns="http://schemas.openxmlformats.org/package/2006/relationships"><Relationship Id="rId8" Type="http://schemas.openxmlformats.org/officeDocument/2006/relationships/slideLayout" Target="../slideLayouts/slideLayout8.xml"/><Relationship Id="rId3" Type="http://schemas.openxmlformats.org/officeDocument/2006/relationships/slideLayout" Target="../slideLayouts/slideLayout3.xml"/><Relationship Id="rId7" Type="http://schemas.openxmlformats.org/officeDocument/2006/relationships/slideLayout" Target="../slideLayouts/slideLayout7.xml"/><Relationship Id="rId12" Type="http://schemas.openxmlformats.org/officeDocument/2006/relationships/theme" Target="../theme/theme1.xml"/><Relationship Id="rId2" Type="http://schemas.openxmlformats.org/officeDocument/2006/relationships/slideLayout" Target="../slideLayouts/slideLayout2.xml"/><Relationship Id="rId1" Type="http://schemas.openxmlformats.org/officeDocument/2006/relationships/slideLayout" Target="../slideLayouts/slideLayout1.xml"/><Relationship Id="rId6" Type="http://schemas.openxmlformats.org/officeDocument/2006/relationships/slideLayout" Target="../slideLayouts/slideLayout6.xml"/><Relationship Id="rId11" Type="http://schemas.openxmlformats.org/officeDocument/2006/relationships/slideLayout" Target="../slideLayouts/slideLayout11.xml"/><Relationship Id="rId5" Type="http://schemas.openxmlformats.org/officeDocument/2006/relationships/slideLayout" Target="../slideLayouts/slideLayout5.xml"/><Relationship Id="rId10" Type="http://schemas.openxmlformats.org/officeDocument/2006/relationships/slideLayout" Target="../slideLayouts/slideLayout10.xml"/><Relationship Id="rId4" Type="http://schemas.openxmlformats.org/officeDocument/2006/relationships/slideLayout" Target="../slideLayouts/slideLayout4.xml"/><Relationship Id="rId9" Type="http://schemas.openxmlformats.org/officeDocument/2006/relationships/slideLayout" Target="../slideLayouts/slideLayout9.xml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标题占位符 1">
            <a:extLst>
              <a:ext uri="{FF2B5EF4-FFF2-40B4-BE49-F238E27FC236}">
                <a16:creationId xmlns:a16="http://schemas.microsoft.com/office/drawing/2014/main" id="{6046638F-4998-CEF9-3C5B-F01DD8D91C42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838200" y="365125"/>
            <a:ext cx="10515600" cy="1325563"/>
          </a:xfrm>
          <a:prstGeom prst="rect">
            <a:avLst/>
          </a:prstGeom>
        </p:spPr>
        <p:txBody>
          <a:bodyPr vert="horz" lIns="91440" tIns="45720" rIns="91440" bIns="45720" rtlCol="0" anchor="ctr">
            <a:normAutofit/>
          </a:bodyPr>
          <a:lstStyle/>
          <a:p>
            <a:r>
              <a:rPr lang="zh-CN" altLang="en-US"/>
              <a:t>单击此处编辑母版标题样式</a:t>
            </a:r>
          </a:p>
        </p:txBody>
      </p:sp>
      <p:sp>
        <p:nvSpPr>
          <p:cNvPr id="3" name="文本占位符 2">
            <a:extLst>
              <a:ext uri="{FF2B5EF4-FFF2-40B4-BE49-F238E27FC236}">
                <a16:creationId xmlns:a16="http://schemas.microsoft.com/office/drawing/2014/main" id="{D6FC6B2A-E1B7-655D-0F31-A0A00DCF2FF8}"/>
              </a:ext>
            </a:extLst>
          </p:cNvPr>
          <p:cNvSpPr>
            <a:spLocks noGrp="1"/>
          </p:cNvSpPr>
          <p:nvPr>
            <p:ph type="body" idx="1"/>
          </p:nvPr>
        </p:nvSpPr>
        <p:spPr>
          <a:xfrm>
            <a:off x="838200" y="1825625"/>
            <a:ext cx="10515600" cy="4351338"/>
          </a:xfrm>
          <a:prstGeom prst="rect">
            <a:avLst/>
          </a:prstGeom>
        </p:spPr>
        <p:txBody>
          <a:bodyPr vert="horz" lIns="91440" tIns="45720" rIns="91440" bIns="45720" rtlCol="0">
            <a:normAutofit/>
          </a:bodyPr>
          <a:lstStyle/>
          <a:p>
            <a:pPr lvl="0"/>
            <a:r>
              <a:rPr lang="zh-CN" altLang="en-US"/>
              <a:t>单击此处编辑母版文本样式</a:t>
            </a:r>
          </a:p>
          <a:p>
            <a:pPr lvl="1"/>
            <a:r>
              <a:rPr lang="zh-CN" altLang="en-US"/>
              <a:t>二级</a:t>
            </a:r>
          </a:p>
          <a:p>
            <a:pPr lvl="2"/>
            <a:r>
              <a:rPr lang="zh-CN" altLang="en-US"/>
              <a:t>三级</a:t>
            </a:r>
          </a:p>
          <a:p>
            <a:pPr lvl="3"/>
            <a:r>
              <a:rPr lang="zh-CN" altLang="en-US"/>
              <a:t>四级</a:t>
            </a:r>
          </a:p>
          <a:p>
            <a:pPr lvl="4"/>
            <a:r>
              <a:rPr lang="zh-CN" altLang="en-US"/>
              <a:t>五级</a:t>
            </a:r>
          </a:p>
        </p:txBody>
      </p:sp>
      <p:sp>
        <p:nvSpPr>
          <p:cNvPr id="4" name="日期占位符 3">
            <a:extLst>
              <a:ext uri="{FF2B5EF4-FFF2-40B4-BE49-F238E27FC236}">
                <a16:creationId xmlns:a16="http://schemas.microsoft.com/office/drawing/2014/main" id="{82D41B7A-69E2-17FC-A7D7-2F80C02B7F20}"/>
              </a:ext>
            </a:extLst>
          </p:cNvPr>
          <p:cNvSpPr>
            <a:spLocks noGrp="1"/>
          </p:cNvSpPr>
          <p:nvPr>
            <p:ph type="dt" sz="half" idx="2"/>
          </p:nvPr>
        </p:nvSpPr>
        <p:spPr>
          <a:xfrm>
            <a:off x="838200" y="6356350"/>
            <a:ext cx="27432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l">
              <a:defRPr sz="1200">
                <a:solidFill>
                  <a:schemeClr val="tx1">
                    <a:tint val="82000"/>
                  </a:schemeClr>
                </a:solidFill>
              </a:defRPr>
            </a:lvl1pPr>
          </a:lstStyle>
          <a:p>
            <a:fld id="{25E5536B-A027-4CB6-B79C-2CCC8E4B228A}" type="datetimeFigureOut">
              <a:rPr lang="zh-CN" altLang="en-US" smtClean="0"/>
              <a:t>2025/12/10</a:t>
            </a:fld>
            <a:endParaRPr lang="zh-CN" altLang="en-US"/>
          </a:p>
        </p:txBody>
      </p:sp>
      <p:sp>
        <p:nvSpPr>
          <p:cNvPr id="5" name="页脚占位符 4">
            <a:extLst>
              <a:ext uri="{FF2B5EF4-FFF2-40B4-BE49-F238E27FC236}">
                <a16:creationId xmlns:a16="http://schemas.microsoft.com/office/drawing/2014/main" id="{C7274A6E-9FB6-BA7A-0B52-685E5C8B865E}"/>
              </a:ext>
            </a:extLst>
          </p:cNvPr>
          <p:cNvSpPr>
            <a:spLocks noGrp="1"/>
          </p:cNvSpPr>
          <p:nvPr>
            <p:ph type="ftr" sz="quarter" idx="3"/>
          </p:nvPr>
        </p:nvSpPr>
        <p:spPr>
          <a:xfrm>
            <a:off x="4038600" y="6356350"/>
            <a:ext cx="41148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ctr">
              <a:defRPr sz="1200">
                <a:solidFill>
                  <a:schemeClr val="tx1">
                    <a:tint val="82000"/>
                  </a:schemeClr>
                </a:solidFill>
              </a:defRPr>
            </a:lvl1pPr>
          </a:lstStyle>
          <a:p>
            <a:endParaRPr lang="zh-CN" altLang="en-US"/>
          </a:p>
        </p:txBody>
      </p:sp>
      <p:sp>
        <p:nvSpPr>
          <p:cNvPr id="6" name="灯片编号占位符 5">
            <a:extLst>
              <a:ext uri="{FF2B5EF4-FFF2-40B4-BE49-F238E27FC236}">
                <a16:creationId xmlns:a16="http://schemas.microsoft.com/office/drawing/2014/main" id="{28672CA2-7E9D-AA1C-11EB-F02153736BF5}"/>
              </a:ext>
            </a:extLst>
          </p:cNvPr>
          <p:cNvSpPr>
            <a:spLocks noGrp="1"/>
          </p:cNvSpPr>
          <p:nvPr>
            <p:ph type="sldNum" sz="quarter" idx="4"/>
          </p:nvPr>
        </p:nvSpPr>
        <p:spPr>
          <a:xfrm>
            <a:off x="8610600" y="6356350"/>
            <a:ext cx="27432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r">
              <a:defRPr sz="1200">
                <a:solidFill>
                  <a:schemeClr val="tx1">
                    <a:tint val="82000"/>
                  </a:schemeClr>
                </a:solidFill>
              </a:defRPr>
            </a:lvl1pPr>
          </a:lstStyle>
          <a:p>
            <a:fld id="{A5CFF229-F984-4A83-A8AE-3AB322F9D657}" type="slidenum">
              <a:rPr lang="zh-CN" altLang="en-US" smtClean="0"/>
              <a:t>‹#›</a:t>
            </a:fld>
            <a:endParaRPr lang="zh-CN" altLang="en-US"/>
          </a:p>
        </p:txBody>
      </p:sp>
    </p:spTree>
    <p:extLst>
      <p:ext uri="{BB962C8B-B14F-4D97-AF65-F5344CB8AC3E}">
        <p14:creationId xmlns:p14="http://schemas.microsoft.com/office/powerpoint/2010/main" val="102081888"/>
      </p:ext>
    </p:extLst>
  </p:cSld>
  <p:clrMap bg1="lt1" tx1="dk1" bg2="lt2" tx2="dk2" accent1="accent1" accent2="accent2" accent3="accent3" accent4="accent4" accent5="accent5" accent6="accent6" hlink="hlink" folHlink="folHlink"/>
  <p:sldLayoutIdLst>
    <p:sldLayoutId id="2147483649" r:id="rId1"/>
    <p:sldLayoutId id="2147483650" r:id="rId2"/>
    <p:sldLayoutId id="2147483651" r:id="rId3"/>
    <p:sldLayoutId id="2147483652" r:id="rId4"/>
    <p:sldLayoutId id="2147483653" r:id="rId5"/>
    <p:sldLayoutId id="2147483654" r:id="rId6"/>
    <p:sldLayoutId id="2147483655" r:id="rId7"/>
    <p:sldLayoutId id="2147483656" r:id="rId8"/>
    <p:sldLayoutId id="2147483657" r:id="rId9"/>
    <p:sldLayoutId id="2147483658" r:id="rId10"/>
    <p:sldLayoutId id="2147483659" r:id="rId11"/>
  </p:sldLayoutIdLst>
  <p:txStyles>
    <p:titleStyle>
      <a:lvl1pPr algn="l" defTabSz="914400" rtl="0" eaLnBrk="1" latinLnBrk="0" hangingPunct="1">
        <a:lnSpc>
          <a:spcPct val="90000"/>
        </a:lnSpc>
        <a:spcBef>
          <a:spcPct val="0"/>
        </a:spcBef>
        <a:buNone/>
        <a:defRPr sz="4400" kern="1200">
          <a:solidFill>
            <a:schemeClr val="tx1"/>
          </a:solidFill>
          <a:latin typeface="+mj-lt"/>
          <a:ea typeface="+mj-ea"/>
          <a:cs typeface="+mj-cs"/>
        </a:defRPr>
      </a:lvl1pPr>
    </p:titleStyle>
    <p:bodyStyle>
      <a:lvl1pPr marL="228600" indent="-228600" algn="l" defTabSz="914400" rtl="0" eaLnBrk="1" latinLnBrk="0" hangingPunct="1">
        <a:lnSpc>
          <a:spcPct val="90000"/>
        </a:lnSpc>
        <a:spcBef>
          <a:spcPts val="1000"/>
        </a:spcBef>
        <a:buFont typeface="Arial" panose="020B0604020202020204" pitchFamily="34" charset="0"/>
        <a:buChar char="•"/>
        <a:defRPr sz="2800" kern="1200">
          <a:solidFill>
            <a:schemeClr val="tx1"/>
          </a:solidFill>
          <a:latin typeface="+mn-lt"/>
          <a:ea typeface="+mn-ea"/>
          <a:cs typeface="+mn-cs"/>
        </a:defRPr>
      </a:lvl1pPr>
      <a:lvl2pPr marL="6858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2400" kern="1200">
          <a:solidFill>
            <a:schemeClr val="tx1"/>
          </a:solidFill>
          <a:latin typeface="+mn-lt"/>
          <a:ea typeface="+mn-ea"/>
          <a:cs typeface="+mn-cs"/>
        </a:defRPr>
      </a:lvl2pPr>
      <a:lvl3pPr marL="11430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3pPr>
      <a:lvl4pPr marL="16002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20574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5146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9718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4290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8862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bodyStyle>
    <p:otherStyle>
      <a:defPPr>
        <a:defRPr lang="zh-CN"/>
      </a:defPPr>
      <a:lvl1pPr marL="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1pPr>
      <a:lvl2pPr marL="457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2pPr>
      <a:lvl3pPr marL="914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3pPr>
      <a:lvl4pPr marL="1371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18288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2860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743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200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657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s/_rels/slide1.xml.rels><?xml version="1.0" encoding="UTF-8" standalone="yes"?>
<Relationships xmlns="http://schemas.openxmlformats.org/package/2006/relationships"><Relationship Id="rId2" Type="http://schemas.openxmlformats.org/officeDocument/2006/relationships/image" Target="../media/image1.png"/><Relationship Id="rId1" Type="http://schemas.openxmlformats.org/officeDocument/2006/relationships/slideLayout" Target="../slideLayouts/slideLayout1.xml"/></Relationships>
</file>

<file path=ppt/slides/_rels/slide2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3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4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slide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mc:AlternateContent xmlns:mc="http://schemas.openxmlformats.org/markup-compatibility/2006" xmlns:a14="http://schemas.microsoft.com/office/drawing/2010/main">
        <mc:Choice Requires="a14">
          <p:sp>
            <p:nvSpPr>
              <p:cNvPr id="5" name="文本框 4">
                <a:extLst>
                  <a:ext uri="{FF2B5EF4-FFF2-40B4-BE49-F238E27FC236}">
                    <a16:creationId xmlns:a16="http://schemas.microsoft.com/office/drawing/2014/main" id="{EB0F0492-2790-42F7-A403-33F9DD8B2F8A}"/>
                  </a:ext>
                </a:extLst>
              </p:cNvPr>
              <p:cNvSpPr txBox="1"/>
              <p:nvPr/>
            </p:nvSpPr>
            <p:spPr>
              <a:xfrm>
                <a:off x="219126" y="672864"/>
                <a:ext cx="11615031" cy="5862502"/>
              </a:xfrm>
              <a:prstGeom prst="rect">
                <a:avLst/>
              </a:prstGeom>
              <a:noFill/>
            </p:spPr>
            <p:txBody>
              <a:bodyPr wrap="square" rtlCol="0">
                <a:spAutoFit/>
              </a:bodyPr>
              <a:lstStyle/>
              <a:p>
                <a:pPr marL="457200" indent="-457200">
                  <a:lnSpc>
                    <a:spcPct val="150000"/>
                  </a:lnSpc>
                  <a:buFont typeface="+mj-lt"/>
                  <a:buAutoNum type="arabicPeriod"/>
                </a:pPr>
                <a:r>
                  <a:rPr lang="zh-CN" altLang="en-US" dirty="0"/>
                  <a:t>双极型晶体管的结构、工作原理；</a:t>
                </a:r>
                <a:endParaRPr lang="en-US" altLang="zh-CN" dirty="0"/>
              </a:p>
              <a:p>
                <a:pPr marL="457200" indent="-457200">
                  <a:lnSpc>
                    <a:spcPct val="150000"/>
                  </a:lnSpc>
                  <a:buFont typeface="+mj-lt"/>
                  <a:buAutoNum type="arabicPeriod"/>
                </a:pPr>
                <a:r>
                  <a:rPr lang="zh-CN" altLang="en-US" dirty="0"/>
                  <a:t>双极型晶体管放大、饱和、截止状态时，对发射结和集电结偏压的要求、能带图与平衡状态时候的比较、各区的少子分布、电流</a:t>
                </a:r>
                <a:r>
                  <a:rPr lang="en-US" altLang="zh-CN" dirty="0"/>
                  <a:t>-</a:t>
                </a:r>
                <a:r>
                  <a:rPr lang="zh-CN" altLang="en-US" dirty="0"/>
                  <a:t>电压特性曲线。</a:t>
                </a:r>
                <a:endParaRPr lang="en-US" altLang="zh-CN" dirty="0"/>
              </a:p>
              <a:p>
                <a:pPr marL="457200" indent="-457200">
                  <a:lnSpc>
                    <a:spcPct val="150000"/>
                  </a:lnSpc>
                  <a:buFont typeface="+mj-lt"/>
                  <a:buAutoNum type="arabicPeriod"/>
                </a:pPr>
                <a:r>
                  <a:rPr lang="zh-CN" altLang="en-US" dirty="0"/>
                  <a:t>双极型晶体管中粒子流组成、少子扩散电流与少子分布的关系、共射极</a:t>
                </a:r>
                <a:r>
                  <a:rPr lang="en-US" altLang="zh-CN" dirty="0"/>
                  <a:t>/</a:t>
                </a:r>
                <a:r>
                  <a:rPr lang="zh-CN" altLang="en-US" dirty="0"/>
                  <a:t>共基极电流增益（</a:t>
                </a:r>
                <a14:m>
                  <m:oMath xmlns:m="http://schemas.openxmlformats.org/officeDocument/2006/math">
                    <m:r>
                      <a:rPr lang="zh-CN" altLang="en-US" i="1" smtClean="0">
                        <a:latin typeface="Cambria Math" panose="02040503050406030204" pitchFamily="18" charset="0"/>
                      </a:rPr>
                      <m:t>𝛼</m:t>
                    </m:r>
                    <m:r>
                      <a:rPr lang="en-US" altLang="zh-CN" b="0" i="1" smtClean="0">
                        <a:latin typeface="Cambria Math" panose="02040503050406030204" pitchFamily="18" charset="0"/>
                      </a:rPr>
                      <m:t>/</m:t>
                    </m:r>
                    <m:r>
                      <a:rPr lang="en-US" altLang="zh-CN" i="1" dirty="0" smtClean="0">
                        <a:latin typeface="Cambria Math" panose="02040503050406030204" pitchFamily="18" charset="0"/>
                      </a:rPr>
                      <m:t>𝛽</m:t>
                    </m:r>
                    <m:r>
                      <a:rPr lang="en-US" altLang="zh-CN" b="0" i="0" dirty="0" smtClean="0">
                        <a:latin typeface="Cambria Math" panose="02040503050406030204" pitchFamily="18" charset="0"/>
                      </a:rPr>
                      <m:t>)</m:t>
                    </m:r>
                    <m:r>
                      <a:rPr lang="zh-CN" altLang="en-US" i="1" dirty="0">
                        <a:latin typeface="Cambria Math" panose="02040503050406030204" pitchFamily="18" charset="0"/>
                      </a:rPr>
                      <m:t>、</m:t>
                    </m:r>
                    <m:r>
                      <a:rPr lang="zh-CN" altLang="en-US" i="1" dirty="0" smtClean="0">
                        <a:latin typeface="Cambria Math" panose="02040503050406030204" pitchFamily="18" charset="0"/>
                      </a:rPr>
                      <m:t>发射极</m:t>
                    </m:r>
                  </m:oMath>
                </a14:m>
                <a:r>
                  <a:rPr lang="zh-CN" altLang="en-US" dirty="0"/>
                  <a:t>注入效率、基区输运系数</a:t>
                </a:r>
                <a:endParaRPr lang="en-US" altLang="zh-CN" dirty="0"/>
              </a:p>
              <a:p>
                <a:pPr marL="457200" indent="-457200">
                  <a:lnSpc>
                    <a:spcPct val="150000"/>
                  </a:lnSpc>
                  <a:buFont typeface="+mj-lt"/>
                  <a:buAutoNum type="arabicPeriod"/>
                </a:pPr>
                <a:r>
                  <a:rPr lang="zh-CN" altLang="en-US" dirty="0"/>
                  <a:t>非理想效应</a:t>
                </a:r>
                <a:endParaRPr lang="en-US" altLang="zh-CN" dirty="0"/>
              </a:p>
              <a:p>
                <a:pPr>
                  <a:lnSpc>
                    <a:spcPct val="150000"/>
                  </a:lnSpc>
                </a:pPr>
                <a:r>
                  <a:rPr lang="zh-CN" altLang="en-US" dirty="0"/>
                  <a:t>（</a:t>
                </a:r>
                <a:r>
                  <a:rPr lang="en-US" altLang="zh-CN" dirty="0"/>
                  <a:t>1</a:t>
                </a:r>
                <a:r>
                  <a:rPr lang="zh-CN" altLang="en-US" dirty="0"/>
                  <a:t>）基区宽度调制效应及厄利电压的概念</a:t>
                </a:r>
                <a:endParaRPr lang="en-US" altLang="zh-CN" dirty="0"/>
              </a:p>
              <a:p>
                <a:pPr>
                  <a:lnSpc>
                    <a:spcPct val="150000"/>
                  </a:lnSpc>
                </a:pPr>
                <a:r>
                  <a:rPr lang="zh-CN" altLang="en-US" dirty="0"/>
                  <a:t>（</a:t>
                </a:r>
                <a:r>
                  <a:rPr lang="en-US" altLang="zh-CN" dirty="0"/>
                  <a:t>2</a:t>
                </a:r>
                <a:r>
                  <a:rPr lang="zh-CN" altLang="en-US" dirty="0"/>
                  <a:t>）大注入的概念</a:t>
                </a:r>
                <a:endParaRPr lang="en-US" altLang="zh-CN" dirty="0"/>
              </a:p>
              <a:p>
                <a:pPr>
                  <a:lnSpc>
                    <a:spcPct val="150000"/>
                  </a:lnSpc>
                </a:pPr>
                <a:r>
                  <a:rPr lang="zh-CN" altLang="en-US" dirty="0"/>
                  <a:t>（</a:t>
                </a:r>
                <a:r>
                  <a:rPr lang="en-US" altLang="zh-CN" dirty="0"/>
                  <a:t>3</a:t>
                </a:r>
                <a:r>
                  <a:rPr lang="zh-CN" altLang="en-US" dirty="0"/>
                  <a:t>）发射区禁带变窄的概念及影响</a:t>
                </a:r>
                <a:endParaRPr lang="en-US" altLang="zh-CN" dirty="0"/>
              </a:p>
              <a:p>
                <a:pPr>
                  <a:lnSpc>
                    <a:spcPct val="150000"/>
                  </a:lnSpc>
                </a:pPr>
                <a:r>
                  <a:rPr lang="zh-CN" altLang="en-US" dirty="0"/>
                  <a:t>（</a:t>
                </a:r>
                <a:r>
                  <a:rPr lang="en-US" altLang="zh-CN" dirty="0"/>
                  <a:t>4</a:t>
                </a:r>
                <a:r>
                  <a:rPr lang="zh-CN" altLang="en-US" dirty="0"/>
                  <a:t>）电流集边效应的概念及影响</a:t>
                </a:r>
                <a:endParaRPr lang="en-US" altLang="zh-CN" dirty="0"/>
              </a:p>
              <a:p>
                <a:pPr>
                  <a:lnSpc>
                    <a:spcPct val="150000"/>
                  </a:lnSpc>
                </a:pPr>
                <a:r>
                  <a:rPr lang="zh-CN" altLang="en-US" dirty="0"/>
                  <a:t>（</a:t>
                </a:r>
                <a:r>
                  <a:rPr lang="en-US" altLang="zh-CN" dirty="0"/>
                  <a:t>5</a:t>
                </a:r>
                <a:r>
                  <a:rPr lang="zh-CN" altLang="en-US" dirty="0"/>
                  <a:t>）穿通击穿的概念及计算</a:t>
                </a:r>
                <a:endParaRPr lang="en-US" altLang="zh-CN" dirty="0"/>
              </a:p>
              <a:p>
                <a:pPr>
                  <a:lnSpc>
                    <a:spcPct val="150000"/>
                  </a:lnSpc>
                </a:pPr>
                <a:r>
                  <a:rPr lang="en-US" altLang="zh-CN" dirty="0"/>
                  <a:t>5.</a:t>
                </a:r>
                <a:r>
                  <a:rPr lang="zh-CN" altLang="en-US" dirty="0"/>
                  <a:t>混合</a:t>
                </a:r>
                <a:r>
                  <a:rPr lang="en-US" altLang="zh-CN" dirty="0"/>
                  <a:t>Π</a:t>
                </a:r>
                <a:r>
                  <a:rPr lang="zh-CN" altLang="en-US" dirty="0"/>
                  <a:t>等效模型的概念，电容组成</a:t>
                </a:r>
                <a:endParaRPr lang="en-US" altLang="zh-CN" dirty="0"/>
              </a:p>
              <a:p>
                <a:pPr>
                  <a:lnSpc>
                    <a:spcPct val="150000"/>
                  </a:lnSpc>
                </a:pPr>
                <a:r>
                  <a:rPr lang="en-US" altLang="zh-CN" dirty="0"/>
                  <a:t>6.</a:t>
                </a:r>
                <a:r>
                  <a:rPr lang="zh-CN" altLang="en-US" dirty="0"/>
                  <a:t>晶体管截止频率的概念及计算</a:t>
                </a:r>
                <a:endParaRPr lang="en-US" altLang="zh-CN" dirty="0"/>
              </a:p>
              <a:p>
                <a:pPr>
                  <a:lnSpc>
                    <a:spcPct val="150000"/>
                  </a:lnSpc>
                </a:pPr>
                <a:r>
                  <a:rPr lang="en-US" altLang="zh-CN" dirty="0"/>
                  <a:t>7.</a:t>
                </a:r>
                <a:r>
                  <a:rPr lang="zh-CN" altLang="en-US" dirty="0"/>
                  <a:t>晶体管开关特性，时间组成</a:t>
                </a:r>
              </a:p>
            </p:txBody>
          </p:sp>
        </mc:Choice>
        <mc:Fallback xmlns="">
          <p:sp>
            <p:nvSpPr>
              <p:cNvPr id="5" name="文本框 4">
                <a:extLst>
                  <a:ext uri="{FF2B5EF4-FFF2-40B4-BE49-F238E27FC236}">
                    <a16:creationId xmlns:a16="http://schemas.microsoft.com/office/drawing/2014/main" id="{EB0F0492-2790-42F7-A403-33F9DD8B2F8A}"/>
                  </a:ext>
                </a:extLst>
              </p:cNvPr>
              <p:cNvSpPr txBox="1">
                <a:spLocks noRot="1" noChangeAspect="1" noMove="1" noResize="1" noEditPoints="1" noAdjustHandles="1" noChangeArrowheads="1" noChangeShapeType="1" noTextEdit="1"/>
              </p:cNvSpPr>
              <p:nvPr/>
            </p:nvSpPr>
            <p:spPr>
              <a:xfrm>
                <a:off x="219126" y="672864"/>
                <a:ext cx="11615031" cy="5862502"/>
              </a:xfrm>
              <a:prstGeom prst="rect">
                <a:avLst/>
              </a:prstGeom>
              <a:blipFill>
                <a:blip r:embed="rId2"/>
                <a:stretch>
                  <a:fillRect l="-577" r="-420" b="-624"/>
                </a:stretch>
              </a:blipFill>
            </p:spPr>
            <p:txBody>
              <a:bodyPr/>
              <a:lstStyle/>
              <a:p>
                <a:r>
                  <a:rPr lang="zh-CN" altLang="en-US">
                    <a:noFill/>
                  </a:rPr>
                  <a:t> </a:t>
                </a:r>
              </a:p>
            </p:txBody>
          </p:sp>
        </mc:Fallback>
      </mc:AlternateContent>
      <p:sp>
        <p:nvSpPr>
          <p:cNvPr id="7" name="文本框 6">
            <a:extLst>
              <a:ext uri="{FF2B5EF4-FFF2-40B4-BE49-F238E27FC236}">
                <a16:creationId xmlns:a16="http://schemas.microsoft.com/office/drawing/2014/main" id="{555BE336-5868-4338-A382-6E254A3DED81}"/>
              </a:ext>
            </a:extLst>
          </p:cNvPr>
          <p:cNvSpPr txBox="1"/>
          <p:nvPr/>
        </p:nvSpPr>
        <p:spPr>
          <a:xfrm>
            <a:off x="219126" y="106518"/>
            <a:ext cx="6097904" cy="5232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r>
              <a:rPr lang="zh-CN" altLang="en-US" sz="2800" b="1" dirty="0">
                <a:latin typeface="Times New Roman" panose="02020603050405020304" pitchFamily="18" charset="0"/>
                <a:ea typeface="宋体" panose="02010600030101010101" pitchFamily="2" charset="-122"/>
                <a:cs typeface="Times New Roman" panose="02020603050405020304" pitchFamily="18" charset="0"/>
              </a:rPr>
              <a:t>第</a:t>
            </a:r>
            <a:r>
              <a:rPr lang="en-US" altLang="zh-CN" sz="2800" b="1" dirty="0">
                <a:latin typeface="Times New Roman" panose="02020603050405020304" pitchFamily="18" charset="0"/>
                <a:ea typeface="宋体" panose="02010600030101010101" pitchFamily="2" charset="-122"/>
                <a:cs typeface="Times New Roman" panose="02020603050405020304" pitchFamily="18" charset="0"/>
              </a:rPr>
              <a:t>12</a:t>
            </a:r>
            <a:r>
              <a:rPr lang="zh-CN" altLang="en-US" sz="2800" b="1" dirty="0">
                <a:latin typeface="Times New Roman" panose="02020603050405020304" pitchFamily="18" charset="0"/>
                <a:ea typeface="宋体" panose="02010600030101010101" pitchFamily="2" charset="-122"/>
                <a:cs typeface="Times New Roman" panose="02020603050405020304" pitchFamily="18" charset="0"/>
              </a:rPr>
              <a:t>章</a:t>
            </a:r>
            <a:endParaRPr lang="en-US" altLang="zh-CN" sz="2800" b="1" dirty="0">
              <a:latin typeface="Times New Roman" panose="02020603050405020304" pitchFamily="18" charset="0"/>
              <a:ea typeface="宋体" panose="02010600030101010101" pitchFamily="2" charset="-122"/>
              <a:cs typeface="Times New Roman" panose="02020603050405020304" pitchFamily="18" charset="0"/>
            </a:endParaRPr>
          </a:p>
        </p:txBody>
      </p:sp>
    </p:spTree>
    <p:extLst>
      <p:ext uri="{BB962C8B-B14F-4D97-AF65-F5344CB8AC3E}">
        <p14:creationId xmlns:p14="http://schemas.microsoft.com/office/powerpoint/2010/main" val="729592051"/>
      </p:ext>
    </p:extLst>
  </p:cSld>
  <p:clrMapOvr>
    <a:masterClrMapping/>
  </p:clrMapOvr>
</p:sld>
</file>

<file path=ppt/slides/slide2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7" name="文本框 6">
            <a:extLst>
              <a:ext uri="{FF2B5EF4-FFF2-40B4-BE49-F238E27FC236}">
                <a16:creationId xmlns:a16="http://schemas.microsoft.com/office/drawing/2014/main" id="{66ABD7DD-383F-AB7A-25D7-0DE37D029C8E}"/>
              </a:ext>
            </a:extLst>
          </p:cNvPr>
          <p:cNvSpPr txBox="1"/>
          <p:nvPr/>
        </p:nvSpPr>
        <p:spPr>
          <a:xfrm>
            <a:off x="219126" y="978679"/>
            <a:ext cx="11615031" cy="5170646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marL="457200" indent="-457200">
              <a:lnSpc>
                <a:spcPct val="150000"/>
              </a:lnSpc>
              <a:buFont typeface="+mj-lt"/>
              <a:buAutoNum type="arabicPeriod"/>
            </a:pPr>
            <a:r>
              <a:rPr lang="zh-CN" altLang="en-US" sz="2000" dirty="0"/>
              <a:t>理想</a:t>
            </a:r>
            <a:r>
              <a:rPr lang="en-US" altLang="zh-CN" sz="2000" dirty="0"/>
              <a:t>MOS</a:t>
            </a:r>
            <a:r>
              <a:rPr lang="zh-CN" altLang="en-US" sz="2000" dirty="0"/>
              <a:t>结构四种表面态（</a:t>
            </a:r>
            <a:r>
              <a:rPr lang="en-US" altLang="zh-CN" sz="2000" dirty="0"/>
              <a:t>p</a:t>
            </a:r>
            <a:r>
              <a:rPr lang="zh-CN" altLang="en-US" sz="2000" dirty="0"/>
              <a:t>型衬底和</a:t>
            </a:r>
            <a:r>
              <a:rPr lang="en-US" altLang="zh-CN" sz="2000" dirty="0"/>
              <a:t>n</a:t>
            </a:r>
            <a:r>
              <a:rPr lang="zh-CN" altLang="en-US" sz="2000" dirty="0"/>
              <a:t>型衬底）</a:t>
            </a:r>
            <a:endParaRPr lang="en-US" altLang="zh-CN" sz="2000" dirty="0"/>
          </a:p>
          <a:p>
            <a:pPr>
              <a:lnSpc>
                <a:spcPct val="150000"/>
              </a:lnSpc>
            </a:pPr>
            <a:r>
              <a:rPr lang="en-US" altLang="zh-CN" sz="2000" dirty="0"/>
              <a:t>  (1)  </a:t>
            </a:r>
            <a:r>
              <a:rPr lang="zh-CN" altLang="en-US" sz="2000" dirty="0"/>
              <a:t>半导体能带</a:t>
            </a:r>
            <a:endParaRPr lang="en-US" altLang="zh-CN" sz="2000" dirty="0"/>
          </a:p>
          <a:p>
            <a:pPr>
              <a:lnSpc>
                <a:spcPct val="150000"/>
              </a:lnSpc>
            </a:pPr>
            <a:r>
              <a:rPr lang="zh-CN" altLang="en-US" sz="2000" dirty="0"/>
              <a:t>（</a:t>
            </a:r>
            <a:r>
              <a:rPr lang="en-US" altLang="zh-CN" sz="2000" dirty="0"/>
              <a:t>2</a:t>
            </a:r>
            <a:r>
              <a:rPr lang="zh-CN" altLang="en-US" sz="2000" dirty="0"/>
              <a:t>）电荷分布块图</a:t>
            </a:r>
            <a:endParaRPr lang="en-US" altLang="zh-CN" sz="2000" dirty="0"/>
          </a:p>
          <a:p>
            <a:pPr>
              <a:lnSpc>
                <a:spcPct val="150000"/>
              </a:lnSpc>
            </a:pPr>
            <a:r>
              <a:rPr lang="zh-CN" altLang="en-US" sz="2000" dirty="0"/>
              <a:t>（</a:t>
            </a:r>
            <a:r>
              <a:rPr lang="en-US" altLang="zh-CN" sz="2000" dirty="0"/>
              <a:t>3</a:t>
            </a:r>
            <a:r>
              <a:rPr lang="zh-CN" altLang="en-US" sz="2000" dirty="0"/>
              <a:t>）表面势</a:t>
            </a:r>
            <a:endParaRPr lang="en-US" altLang="zh-CN" sz="2000" dirty="0"/>
          </a:p>
          <a:p>
            <a:pPr>
              <a:lnSpc>
                <a:spcPct val="150000"/>
              </a:lnSpc>
            </a:pPr>
            <a:r>
              <a:rPr lang="en-US" altLang="zh-CN" sz="2000" dirty="0"/>
              <a:t>2.</a:t>
            </a:r>
            <a:r>
              <a:rPr lang="zh-CN" altLang="en-US" sz="2000" dirty="0"/>
              <a:t>费米势（概念，计算公式）、最大空间电荷区宽度（概念和计算公式），阈值反型点（概念）</a:t>
            </a:r>
            <a:endParaRPr lang="en-US" altLang="zh-CN" sz="2000" dirty="0"/>
          </a:p>
          <a:p>
            <a:pPr>
              <a:lnSpc>
                <a:spcPct val="150000"/>
              </a:lnSpc>
            </a:pPr>
            <a:r>
              <a:rPr lang="en-US" altLang="zh-CN" sz="2000" dirty="0"/>
              <a:t>3.</a:t>
            </a:r>
            <a:r>
              <a:rPr lang="zh-CN" altLang="en-US" sz="2000" dirty="0"/>
              <a:t>功函数差（概念）</a:t>
            </a:r>
            <a:endParaRPr lang="en-US" altLang="zh-CN" sz="2000" dirty="0"/>
          </a:p>
          <a:p>
            <a:pPr>
              <a:lnSpc>
                <a:spcPct val="150000"/>
              </a:lnSpc>
            </a:pPr>
            <a:r>
              <a:rPr lang="en-US" altLang="zh-CN" sz="2000" dirty="0"/>
              <a:t>   </a:t>
            </a:r>
            <a:r>
              <a:rPr lang="zh-CN" altLang="en-US" sz="2000" dirty="0"/>
              <a:t>重点考察</a:t>
            </a:r>
            <a:r>
              <a:rPr lang="en-US" altLang="zh-CN" sz="2000" dirty="0"/>
              <a:t>n+</a:t>
            </a:r>
            <a:r>
              <a:rPr lang="zh-CN" altLang="en-US" sz="2000" dirty="0"/>
              <a:t>和</a:t>
            </a:r>
            <a:r>
              <a:rPr lang="en-US" altLang="zh-CN" sz="2000" dirty="0"/>
              <a:t>p+</a:t>
            </a:r>
            <a:r>
              <a:rPr lang="zh-CN" altLang="en-US" sz="2000" dirty="0"/>
              <a:t>多晶硅栅功函数差的计算</a:t>
            </a:r>
            <a:endParaRPr lang="en-US" altLang="zh-CN" sz="2000" dirty="0"/>
          </a:p>
          <a:p>
            <a:pPr>
              <a:lnSpc>
                <a:spcPct val="150000"/>
              </a:lnSpc>
            </a:pPr>
            <a:r>
              <a:rPr lang="en-US" altLang="zh-CN" sz="2000" dirty="0"/>
              <a:t>4.</a:t>
            </a:r>
            <a:r>
              <a:rPr lang="zh-CN" altLang="en-US" sz="2000" dirty="0"/>
              <a:t>平带电压（概念，产生的机制，计算公式</a:t>
            </a:r>
            <a:r>
              <a:rPr lang="en-US" altLang="zh-CN" sz="2000" dirty="0"/>
              <a:t>(</a:t>
            </a:r>
            <a:r>
              <a:rPr lang="zh-CN" altLang="en-US" sz="2000" dirty="0"/>
              <a:t>与阈值电压相关））</a:t>
            </a:r>
            <a:endParaRPr lang="en-US" altLang="zh-CN" sz="2000" dirty="0"/>
          </a:p>
          <a:p>
            <a:pPr>
              <a:lnSpc>
                <a:spcPct val="150000"/>
              </a:lnSpc>
            </a:pPr>
            <a:r>
              <a:rPr lang="en-US" altLang="zh-CN" sz="2000" dirty="0"/>
              <a:t>5.</a:t>
            </a:r>
            <a:r>
              <a:rPr lang="zh-CN" altLang="en-US" sz="2000" dirty="0"/>
              <a:t>阈值电压（概念，计算公式）</a:t>
            </a:r>
            <a:endParaRPr lang="en-US" altLang="zh-CN" sz="2000" dirty="0"/>
          </a:p>
          <a:p>
            <a:pPr>
              <a:lnSpc>
                <a:spcPct val="150000"/>
              </a:lnSpc>
            </a:pPr>
            <a:r>
              <a:rPr lang="en-US" altLang="zh-CN" sz="2000" dirty="0"/>
              <a:t>6.CV</a:t>
            </a:r>
            <a:r>
              <a:rPr lang="zh-CN" altLang="en-US" sz="2000" dirty="0"/>
              <a:t>特性曲线（频率，固定氧化层电荷，界面态对</a:t>
            </a:r>
            <a:r>
              <a:rPr lang="en-US" altLang="zh-CN" sz="2000" dirty="0"/>
              <a:t>CV</a:t>
            </a:r>
            <a:r>
              <a:rPr lang="zh-CN" altLang="en-US" sz="2000" dirty="0"/>
              <a:t>曲线的影响）</a:t>
            </a:r>
            <a:endParaRPr lang="en-US" altLang="zh-CN" sz="2000" dirty="0"/>
          </a:p>
          <a:p>
            <a:pPr>
              <a:lnSpc>
                <a:spcPct val="150000"/>
              </a:lnSpc>
            </a:pPr>
            <a:r>
              <a:rPr lang="en-US" altLang="zh-CN" sz="2000" dirty="0"/>
              <a:t>7.MOSFET</a:t>
            </a:r>
            <a:r>
              <a:rPr lang="zh-CN" altLang="en-US" sz="2000" dirty="0"/>
              <a:t>基本知识</a:t>
            </a:r>
            <a:r>
              <a:rPr lang="en-US" altLang="zh-CN" sz="2000" dirty="0"/>
              <a:t>(1)</a:t>
            </a:r>
            <a:r>
              <a:rPr lang="zh-CN" altLang="en-US" sz="2000" dirty="0"/>
              <a:t>分类（</a:t>
            </a:r>
            <a:r>
              <a:rPr lang="en-US" altLang="zh-CN" sz="2000" dirty="0"/>
              <a:t>4</a:t>
            </a:r>
            <a:r>
              <a:rPr lang="zh-CN" altLang="en-US" sz="2000" dirty="0"/>
              <a:t>种）；（</a:t>
            </a:r>
            <a:r>
              <a:rPr lang="en-US" altLang="zh-CN" sz="2000" dirty="0"/>
              <a:t>2</a:t>
            </a:r>
            <a:r>
              <a:rPr lang="zh-CN" altLang="en-US" sz="2000" dirty="0"/>
              <a:t>）结构；（</a:t>
            </a:r>
            <a:r>
              <a:rPr lang="en-US" altLang="zh-CN" sz="2000" dirty="0"/>
              <a:t>3</a:t>
            </a:r>
            <a:r>
              <a:rPr lang="zh-CN" altLang="en-US" sz="2000" dirty="0"/>
              <a:t>）电路符号；（</a:t>
            </a:r>
            <a:r>
              <a:rPr lang="en-US" altLang="zh-CN" sz="2000" dirty="0"/>
              <a:t>4</a:t>
            </a:r>
            <a:r>
              <a:rPr lang="zh-CN" altLang="en-US" sz="2000" dirty="0"/>
              <a:t>）对应的输出和转移特性曲线</a:t>
            </a:r>
          </a:p>
        </p:txBody>
      </p:sp>
      <p:grpSp>
        <p:nvGrpSpPr>
          <p:cNvPr id="8" name="组合 7">
            <a:extLst>
              <a:ext uri="{FF2B5EF4-FFF2-40B4-BE49-F238E27FC236}">
                <a16:creationId xmlns:a16="http://schemas.microsoft.com/office/drawing/2014/main" id="{EB3B2C55-B8B0-6A01-6B0C-1AA5762F42D1}"/>
              </a:ext>
            </a:extLst>
          </p:cNvPr>
          <p:cNvGrpSpPr/>
          <p:nvPr/>
        </p:nvGrpSpPr>
        <p:grpSpPr>
          <a:xfrm>
            <a:off x="282000" y="788463"/>
            <a:ext cx="11628000" cy="0"/>
            <a:chOff x="419290" y="788463"/>
            <a:chExt cx="11628000" cy="0"/>
          </a:xfrm>
        </p:grpSpPr>
        <p:cxnSp>
          <p:nvCxnSpPr>
            <p:cNvPr id="9" name="直接连接符 8">
              <a:extLst>
                <a:ext uri="{FF2B5EF4-FFF2-40B4-BE49-F238E27FC236}">
                  <a16:creationId xmlns:a16="http://schemas.microsoft.com/office/drawing/2014/main" id="{35496293-EC3E-08E3-BF42-545BC6766367}"/>
                </a:ext>
              </a:extLst>
            </p:cNvPr>
            <p:cNvCxnSpPr/>
            <p:nvPr/>
          </p:nvCxnSpPr>
          <p:spPr>
            <a:xfrm>
              <a:off x="419290" y="788463"/>
              <a:ext cx="11628000" cy="0"/>
            </a:xfrm>
            <a:prstGeom prst="line">
              <a:avLst/>
            </a:prstGeom>
            <a:ln w="76200">
              <a:solidFill>
                <a:srgbClr val="0B3491"/>
              </a:solidFill>
            </a:ln>
          </p:spPr>
          <p:style>
            <a:lnRef idx="1">
              <a:schemeClr val="accent1"/>
            </a:lnRef>
            <a:fillRef idx="0">
              <a:schemeClr val="accent1"/>
            </a:fillRef>
            <a:effectRef idx="0">
              <a:schemeClr val="accent1"/>
            </a:effectRef>
            <a:fontRef idx="minor">
              <a:schemeClr val="tx1"/>
            </a:fontRef>
          </p:style>
        </p:cxnSp>
        <p:cxnSp>
          <p:nvCxnSpPr>
            <p:cNvPr id="10" name="直接连接符 9">
              <a:extLst>
                <a:ext uri="{FF2B5EF4-FFF2-40B4-BE49-F238E27FC236}">
                  <a16:creationId xmlns:a16="http://schemas.microsoft.com/office/drawing/2014/main" id="{44A214E6-907A-EBDE-94A4-596D66F1B114}"/>
                </a:ext>
              </a:extLst>
            </p:cNvPr>
            <p:cNvCxnSpPr/>
            <p:nvPr/>
          </p:nvCxnSpPr>
          <p:spPr>
            <a:xfrm>
              <a:off x="419290" y="788463"/>
              <a:ext cx="11628000" cy="0"/>
            </a:xfrm>
            <a:prstGeom prst="line">
              <a:avLst/>
            </a:prstGeom>
            <a:ln w="9525">
              <a:solidFill>
                <a:schemeClr val="bg1"/>
              </a:solidFill>
            </a:ln>
          </p:spPr>
          <p:style>
            <a:lnRef idx="1">
              <a:schemeClr val="accent1"/>
            </a:lnRef>
            <a:fillRef idx="0">
              <a:schemeClr val="accent1"/>
            </a:fillRef>
            <a:effectRef idx="0">
              <a:schemeClr val="accent1"/>
            </a:effectRef>
            <a:fontRef idx="minor">
              <a:schemeClr val="tx1"/>
            </a:fontRef>
          </p:style>
        </p:cxnSp>
      </p:grpSp>
      <p:sp>
        <p:nvSpPr>
          <p:cNvPr id="11" name="文本框 10">
            <a:extLst>
              <a:ext uri="{FF2B5EF4-FFF2-40B4-BE49-F238E27FC236}">
                <a16:creationId xmlns:a16="http://schemas.microsoft.com/office/drawing/2014/main" id="{E1B4DDF7-ACE5-40B9-897B-BCA86F90BE89}"/>
              </a:ext>
            </a:extLst>
          </p:cNvPr>
          <p:cNvSpPr txBox="1"/>
          <p:nvPr/>
        </p:nvSpPr>
        <p:spPr>
          <a:xfrm>
            <a:off x="219126" y="213057"/>
            <a:ext cx="6097904" cy="5232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r>
              <a:rPr lang="zh-CN" altLang="en-US" sz="2800" b="1" dirty="0">
                <a:latin typeface="Times New Roman" panose="02020603050405020304" pitchFamily="18" charset="0"/>
                <a:ea typeface="宋体" panose="02010600030101010101" pitchFamily="2" charset="-122"/>
                <a:cs typeface="Times New Roman" panose="02020603050405020304" pitchFamily="18" charset="0"/>
              </a:rPr>
              <a:t>第</a:t>
            </a:r>
            <a:r>
              <a:rPr lang="en-US" altLang="zh-CN" sz="2800" b="1" dirty="0">
                <a:latin typeface="Times New Roman" panose="02020603050405020304" pitchFamily="18" charset="0"/>
                <a:ea typeface="宋体" panose="02010600030101010101" pitchFamily="2" charset="-122"/>
                <a:cs typeface="Times New Roman" panose="02020603050405020304" pitchFamily="18" charset="0"/>
              </a:rPr>
              <a:t>10</a:t>
            </a:r>
            <a:r>
              <a:rPr lang="zh-CN" altLang="en-US" sz="2800" b="1" dirty="0">
                <a:latin typeface="Times New Roman" panose="02020603050405020304" pitchFamily="18" charset="0"/>
                <a:ea typeface="宋体" panose="02010600030101010101" pitchFamily="2" charset="-122"/>
                <a:cs typeface="Times New Roman" panose="02020603050405020304" pitchFamily="18" charset="0"/>
              </a:rPr>
              <a:t>章</a:t>
            </a:r>
            <a:endParaRPr lang="en-US" altLang="zh-CN" sz="2800" b="1" dirty="0">
              <a:latin typeface="Times New Roman" panose="02020603050405020304" pitchFamily="18" charset="0"/>
              <a:ea typeface="宋体" panose="02010600030101010101" pitchFamily="2" charset="-122"/>
              <a:cs typeface="Times New Roman" panose="02020603050405020304" pitchFamily="18" charset="0"/>
            </a:endParaRPr>
          </a:p>
        </p:txBody>
      </p:sp>
    </p:spTree>
    <p:extLst>
      <p:ext uri="{BB962C8B-B14F-4D97-AF65-F5344CB8AC3E}">
        <p14:creationId xmlns:p14="http://schemas.microsoft.com/office/powerpoint/2010/main" val="2066403503"/>
      </p:ext>
    </p:extLst>
  </p:cSld>
  <p:clrMapOvr>
    <a:masterClrMapping/>
  </p:clrMapOvr>
</p:sld>
</file>

<file path=ppt/slides/slide3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6" name="文本框 5">
            <a:extLst>
              <a:ext uri="{FF2B5EF4-FFF2-40B4-BE49-F238E27FC236}">
                <a16:creationId xmlns:a16="http://schemas.microsoft.com/office/drawing/2014/main" id="{B9122291-6297-277A-FCCD-98061F692F4A}"/>
              </a:ext>
            </a:extLst>
          </p:cNvPr>
          <p:cNvSpPr txBox="1"/>
          <p:nvPr/>
        </p:nvSpPr>
        <p:spPr>
          <a:xfrm>
            <a:off x="219126" y="120133"/>
            <a:ext cx="11677905" cy="5232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r>
              <a:rPr lang="en-US" altLang="zh-CN" sz="2800" b="1">
                <a:solidFill>
                  <a:srgbClr val="0B3491"/>
                </a:solidFill>
              </a:rPr>
              <a:t>REVIEW</a:t>
            </a:r>
            <a:r>
              <a:rPr lang="en-US" altLang="zh-CN" sz="2800" b="1" dirty="0">
                <a:solidFill>
                  <a:srgbClr val="0B3491"/>
                </a:solidFill>
              </a:rPr>
              <a:t>:</a:t>
            </a:r>
            <a:endParaRPr lang="zh-CN" altLang="en-US" sz="2800" b="1" dirty="0">
              <a:solidFill>
                <a:srgbClr val="0B3491"/>
              </a:solidFill>
            </a:endParaRPr>
          </a:p>
        </p:txBody>
      </p:sp>
      <p:sp>
        <p:nvSpPr>
          <p:cNvPr id="7" name="文本框 6">
            <a:extLst>
              <a:ext uri="{FF2B5EF4-FFF2-40B4-BE49-F238E27FC236}">
                <a16:creationId xmlns:a16="http://schemas.microsoft.com/office/drawing/2014/main" id="{66ABD7DD-383F-AB7A-25D7-0DE37D029C8E}"/>
              </a:ext>
            </a:extLst>
          </p:cNvPr>
          <p:cNvSpPr txBox="1"/>
          <p:nvPr/>
        </p:nvSpPr>
        <p:spPr>
          <a:xfrm>
            <a:off x="219126" y="978679"/>
            <a:ext cx="11615031" cy="1477328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>
              <a:lnSpc>
                <a:spcPct val="150000"/>
              </a:lnSpc>
            </a:pPr>
            <a:r>
              <a:rPr lang="en-US" altLang="zh-CN" sz="2000" dirty="0"/>
              <a:t>8.MOSFET</a:t>
            </a:r>
            <a:r>
              <a:rPr lang="zh-CN" altLang="en-US" sz="2000" dirty="0"/>
              <a:t>电流</a:t>
            </a:r>
            <a:r>
              <a:rPr lang="en-US" altLang="zh-CN" sz="2000" dirty="0"/>
              <a:t>-</a:t>
            </a:r>
            <a:r>
              <a:rPr lang="zh-CN" altLang="en-US" sz="2000" dirty="0"/>
              <a:t>电压公式（</a:t>
            </a:r>
            <a:r>
              <a:rPr lang="en-US" altLang="zh-CN" sz="2000" dirty="0"/>
              <a:t>1</a:t>
            </a:r>
            <a:r>
              <a:rPr lang="zh-CN" altLang="en-US" sz="2000" dirty="0"/>
              <a:t>）计算公式</a:t>
            </a:r>
            <a:r>
              <a:rPr lang="en-US" altLang="zh-CN" sz="2000" dirty="0"/>
              <a:t>*</a:t>
            </a:r>
            <a:r>
              <a:rPr lang="zh-CN" altLang="en-US" sz="2000" dirty="0"/>
              <a:t>，判断工作模式再选择公式；（</a:t>
            </a:r>
            <a:r>
              <a:rPr lang="en-US" altLang="zh-CN" sz="2000" dirty="0"/>
              <a:t>2</a:t>
            </a:r>
            <a:r>
              <a:rPr lang="zh-CN" altLang="en-US" sz="2000" dirty="0"/>
              <a:t>）工作原理</a:t>
            </a:r>
            <a:endParaRPr lang="en-US" altLang="zh-CN" sz="2000" dirty="0"/>
          </a:p>
          <a:p>
            <a:pPr>
              <a:lnSpc>
                <a:spcPct val="150000"/>
              </a:lnSpc>
            </a:pPr>
            <a:r>
              <a:rPr lang="en-US" altLang="zh-CN" sz="2000" dirty="0"/>
              <a:t>9.MOSFET</a:t>
            </a:r>
            <a:r>
              <a:rPr lang="zh-CN" altLang="en-US" sz="2000" dirty="0"/>
              <a:t>跨导（计算公式</a:t>
            </a:r>
            <a:r>
              <a:rPr lang="en-US" altLang="zh-CN" sz="2000" dirty="0"/>
              <a:t>*</a:t>
            </a:r>
            <a:r>
              <a:rPr lang="zh-CN" altLang="en-US" sz="2000" dirty="0"/>
              <a:t>，判断工作模式再选择公式）</a:t>
            </a:r>
            <a:endParaRPr lang="en-US" altLang="zh-CN" sz="2000" dirty="0"/>
          </a:p>
          <a:p>
            <a:pPr>
              <a:lnSpc>
                <a:spcPct val="150000"/>
              </a:lnSpc>
            </a:pPr>
            <a:r>
              <a:rPr lang="en-US" altLang="zh-CN" sz="2000" dirty="0"/>
              <a:t>10.</a:t>
            </a:r>
            <a:r>
              <a:rPr lang="zh-CN" altLang="en-US" sz="2000" dirty="0"/>
              <a:t>频率特性（小信号等效电路）</a:t>
            </a:r>
            <a:endParaRPr lang="en-US" altLang="zh-CN" sz="2000" dirty="0"/>
          </a:p>
        </p:txBody>
      </p:sp>
      <p:grpSp>
        <p:nvGrpSpPr>
          <p:cNvPr id="8" name="组合 7">
            <a:extLst>
              <a:ext uri="{FF2B5EF4-FFF2-40B4-BE49-F238E27FC236}">
                <a16:creationId xmlns:a16="http://schemas.microsoft.com/office/drawing/2014/main" id="{EB3B2C55-B8B0-6A01-6B0C-1AA5762F42D1}"/>
              </a:ext>
            </a:extLst>
          </p:cNvPr>
          <p:cNvGrpSpPr/>
          <p:nvPr/>
        </p:nvGrpSpPr>
        <p:grpSpPr>
          <a:xfrm>
            <a:off x="282000" y="788463"/>
            <a:ext cx="11628000" cy="0"/>
            <a:chOff x="419290" y="788463"/>
            <a:chExt cx="11628000" cy="0"/>
          </a:xfrm>
        </p:grpSpPr>
        <p:cxnSp>
          <p:nvCxnSpPr>
            <p:cNvPr id="9" name="直接连接符 8">
              <a:extLst>
                <a:ext uri="{FF2B5EF4-FFF2-40B4-BE49-F238E27FC236}">
                  <a16:creationId xmlns:a16="http://schemas.microsoft.com/office/drawing/2014/main" id="{35496293-EC3E-08E3-BF42-545BC6766367}"/>
                </a:ext>
              </a:extLst>
            </p:cNvPr>
            <p:cNvCxnSpPr/>
            <p:nvPr/>
          </p:nvCxnSpPr>
          <p:spPr>
            <a:xfrm>
              <a:off x="419290" y="788463"/>
              <a:ext cx="11628000" cy="0"/>
            </a:xfrm>
            <a:prstGeom prst="line">
              <a:avLst/>
            </a:prstGeom>
            <a:ln w="76200">
              <a:solidFill>
                <a:srgbClr val="0B3491"/>
              </a:solidFill>
            </a:ln>
          </p:spPr>
          <p:style>
            <a:lnRef idx="1">
              <a:schemeClr val="accent1"/>
            </a:lnRef>
            <a:fillRef idx="0">
              <a:schemeClr val="accent1"/>
            </a:fillRef>
            <a:effectRef idx="0">
              <a:schemeClr val="accent1"/>
            </a:effectRef>
            <a:fontRef idx="minor">
              <a:schemeClr val="tx1"/>
            </a:fontRef>
          </p:style>
        </p:cxnSp>
        <p:cxnSp>
          <p:nvCxnSpPr>
            <p:cNvPr id="10" name="直接连接符 9">
              <a:extLst>
                <a:ext uri="{FF2B5EF4-FFF2-40B4-BE49-F238E27FC236}">
                  <a16:creationId xmlns:a16="http://schemas.microsoft.com/office/drawing/2014/main" id="{44A214E6-907A-EBDE-94A4-596D66F1B114}"/>
                </a:ext>
              </a:extLst>
            </p:cNvPr>
            <p:cNvCxnSpPr/>
            <p:nvPr/>
          </p:nvCxnSpPr>
          <p:spPr>
            <a:xfrm>
              <a:off x="419290" y="788463"/>
              <a:ext cx="11628000" cy="0"/>
            </a:xfrm>
            <a:prstGeom prst="line">
              <a:avLst/>
            </a:prstGeom>
            <a:ln w="9525">
              <a:solidFill>
                <a:schemeClr val="bg1"/>
              </a:solidFill>
            </a:ln>
          </p:spPr>
          <p:style>
            <a:lnRef idx="1">
              <a:schemeClr val="accent1"/>
            </a:lnRef>
            <a:fillRef idx="0">
              <a:schemeClr val="accent1"/>
            </a:fillRef>
            <a:effectRef idx="0">
              <a:schemeClr val="accent1"/>
            </a:effectRef>
            <a:fontRef idx="minor">
              <a:schemeClr val="tx1"/>
            </a:fontRef>
          </p:style>
        </p:cxnSp>
      </p:grpSp>
    </p:spTree>
    <p:extLst>
      <p:ext uri="{BB962C8B-B14F-4D97-AF65-F5344CB8AC3E}">
        <p14:creationId xmlns:p14="http://schemas.microsoft.com/office/powerpoint/2010/main" val="4044977380"/>
      </p:ext>
    </p:extLst>
  </p:cSld>
  <p:clrMapOvr>
    <a:masterClrMapping/>
  </p:clrMapOvr>
</p:sld>
</file>

<file path=ppt/slides/slide4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文本框 1">
            <a:extLst>
              <a:ext uri="{FF2B5EF4-FFF2-40B4-BE49-F238E27FC236}">
                <a16:creationId xmlns:a16="http://schemas.microsoft.com/office/drawing/2014/main" id="{C5576E99-6661-4807-A98E-917EA815E3FD}"/>
              </a:ext>
            </a:extLst>
          </p:cNvPr>
          <p:cNvSpPr txBox="1"/>
          <p:nvPr/>
        </p:nvSpPr>
        <p:spPr>
          <a:xfrm>
            <a:off x="548640" y="918686"/>
            <a:ext cx="11498580" cy="3970318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r>
              <a:rPr lang="zh-CN" altLang="en-US" sz="2800" dirty="0">
                <a:latin typeface="Times New Roman" panose="02020603050405020304" pitchFamily="18" charset="0"/>
                <a:ea typeface="宋体" panose="02010600030101010101" pitchFamily="2" charset="-122"/>
                <a:cs typeface="Times New Roman" panose="02020603050405020304" pitchFamily="18" charset="0"/>
              </a:rPr>
              <a:t>第</a:t>
            </a:r>
            <a:r>
              <a:rPr lang="en-US" altLang="zh-CN" sz="2800" dirty="0">
                <a:latin typeface="Times New Roman" panose="02020603050405020304" pitchFamily="18" charset="0"/>
                <a:ea typeface="宋体" panose="02010600030101010101" pitchFamily="2" charset="-122"/>
                <a:cs typeface="Times New Roman" panose="02020603050405020304" pitchFamily="18" charset="0"/>
              </a:rPr>
              <a:t>11</a:t>
            </a:r>
            <a:r>
              <a:rPr lang="zh-CN" altLang="en-US" sz="2800" dirty="0">
                <a:latin typeface="Times New Roman" panose="02020603050405020304" pitchFamily="18" charset="0"/>
                <a:ea typeface="宋体" panose="02010600030101010101" pitchFamily="2" charset="-122"/>
                <a:cs typeface="Times New Roman" panose="02020603050405020304" pitchFamily="18" charset="0"/>
              </a:rPr>
              <a:t>章</a:t>
            </a:r>
            <a:endParaRPr lang="en-US" altLang="zh-CN" sz="2800" dirty="0">
              <a:latin typeface="Times New Roman" panose="02020603050405020304" pitchFamily="18" charset="0"/>
              <a:ea typeface="宋体" panose="02010600030101010101" pitchFamily="2" charset="-122"/>
              <a:cs typeface="Times New Roman" panose="02020603050405020304" pitchFamily="18" charset="0"/>
            </a:endParaRPr>
          </a:p>
          <a:p>
            <a:r>
              <a:rPr lang="en-US" altLang="zh-CN" sz="2800" dirty="0">
                <a:latin typeface="Times New Roman" panose="02020603050405020304" pitchFamily="18" charset="0"/>
                <a:ea typeface="宋体" panose="02010600030101010101" pitchFamily="2" charset="-122"/>
                <a:cs typeface="Times New Roman" panose="02020603050405020304" pitchFamily="18" charset="0"/>
              </a:rPr>
              <a:t>1</a:t>
            </a:r>
            <a:r>
              <a:rPr lang="zh-CN" altLang="en-US" sz="2800" dirty="0">
                <a:latin typeface="Times New Roman" panose="02020603050405020304" pitchFamily="18" charset="0"/>
                <a:ea typeface="宋体" panose="02010600030101010101" pitchFamily="2" charset="-122"/>
                <a:cs typeface="Times New Roman" panose="02020603050405020304" pitchFamily="18" charset="0"/>
              </a:rPr>
              <a:t>、掌握亚阈值电流的工作条件、意义和应用场景；</a:t>
            </a:r>
            <a:endParaRPr lang="en-US" altLang="zh-CN" sz="2800" dirty="0">
              <a:latin typeface="Times New Roman" panose="02020603050405020304" pitchFamily="18" charset="0"/>
              <a:ea typeface="宋体" panose="02010600030101010101" pitchFamily="2" charset="-122"/>
              <a:cs typeface="Times New Roman" panose="02020603050405020304" pitchFamily="18" charset="0"/>
            </a:endParaRPr>
          </a:p>
          <a:p>
            <a:r>
              <a:rPr lang="en-US" altLang="zh-CN" sz="2800" dirty="0">
                <a:latin typeface="Times New Roman" panose="02020603050405020304" pitchFamily="18" charset="0"/>
                <a:ea typeface="宋体" panose="02010600030101010101" pitchFamily="2" charset="-122"/>
                <a:cs typeface="Times New Roman" panose="02020603050405020304" pitchFamily="18" charset="0"/>
              </a:rPr>
              <a:t>2</a:t>
            </a:r>
            <a:r>
              <a:rPr lang="zh-CN" altLang="en-US" sz="2800" dirty="0">
                <a:latin typeface="Times New Roman" panose="02020603050405020304" pitchFamily="18" charset="0"/>
                <a:ea typeface="宋体" panose="02010600030101010101" pitchFamily="2" charset="-122"/>
                <a:cs typeface="Times New Roman" panose="02020603050405020304" pitchFamily="18" charset="0"/>
              </a:rPr>
              <a:t>、掌握沟道长度调制效应、迁移率变化和弹道输运的工作原理、影响因素和作用效果</a:t>
            </a:r>
            <a:endParaRPr lang="en-US" altLang="zh-CN" sz="2800" dirty="0">
              <a:latin typeface="Times New Roman" panose="02020603050405020304" pitchFamily="18" charset="0"/>
              <a:ea typeface="宋体" panose="02010600030101010101" pitchFamily="2" charset="-122"/>
              <a:cs typeface="Times New Roman" panose="02020603050405020304" pitchFamily="18" charset="0"/>
            </a:endParaRPr>
          </a:p>
          <a:p>
            <a:r>
              <a:rPr lang="en-US" altLang="zh-CN" sz="2800" dirty="0">
                <a:latin typeface="Times New Roman" panose="02020603050405020304" pitchFamily="18" charset="0"/>
                <a:ea typeface="宋体" panose="02010600030101010101" pitchFamily="2" charset="-122"/>
                <a:cs typeface="Times New Roman" panose="02020603050405020304" pitchFamily="18" charset="0"/>
              </a:rPr>
              <a:t>3</a:t>
            </a:r>
            <a:r>
              <a:rPr lang="zh-CN" altLang="en-US" sz="2800" dirty="0">
                <a:latin typeface="Times New Roman" panose="02020603050405020304" pitchFamily="18" charset="0"/>
                <a:ea typeface="宋体" panose="02010600030101010101" pitchFamily="2" charset="-122"/>
                <a:cs typeface="Times New Roman" panose="02020603050405020304" pitchFamily="18" charset="0"/>
              </a:rPr>
              <a:t>、熟悉速度饱和条件下的漏端电流</a:t>
            </a:r>
            <a:r>
              <a:rPr lang="en-US" altLang="zh-CN" sz="2800" dirty="0">
                <a:latin typeface="Times New Roman" panose="02020603050405020304" pitchFamily="18" charset="0"/>
                <a:ea typeface="宋体" panose="02010600030101010101" pitchFamily="2" charset="-122"/>
                <a:cs typeface="Times New Roman" panose="02020603050405020304" pitchFamily="18" charset="0"/>
              </a:rPr>
              <a:t>(11.17)</a:t>
            </a:r>
            <a:r>
              <a:rPr lang="zh-CN" altLang="en-US" sz="2800" dirty="0">
                <a:latin typeface="Times New Roman" panose="02020603050405020304" pitchFamily="18" charset="0"/>
                <a:ea typeface="宋体" panose="02010600030101010101" pitchFamily="2" charset="-122"/>
                <a:cs typeface="Times New Roman" panose="02020603050405020304" pitchFamily="18" charset="0"/>
              </a:rPr>
              <a:t>、跨导</a:t>
            </a:r>
            <a:r>
              <a:rPr lang="en-US" altLang="zh-CN" sz="2800" dirty="0">
                <a:latin typeface="Times New Roman" panose="02020603050405020304" pitchFamily="18" charset="0"/>
                <a:ea typeface="宋体" panose="02010600030101010101" pitchFamily="2" charset="-122"/>
                <a:cs typeface="Times New Roman" panose="02020603050405020304" pitchFamily="18" charset="0"/>
              </a:rPr>
              <a:t>(11.19)</a:t>
            </a:r>
            <a:r>
              <a:rPr lang="zh-CN" altLang="en-US" sz="2800" dirty="0">
                <a:latin typeface="Times New Roman" panose="02020603050405020304" pitchFamily="18" charset="0"/>
                <a:ea typeface="宋体" panose="02010600030101010101" pitchFamily="2" charset="-122"/>
                <a:cs typeface="Times New Roman" panose="02020603050405020304" pitchFamily="18" charset="0"/>
              </a:rPr>
              <a:t>和截止频率</a:t>
            </a:r>
            <a:r>
              <a:rPr lang="en-US" altLang="zh-CN" sz="2800" dirty="0">
                <a:latin typeface="Times New Roman" panose="02020603050405020304" pitchFamily="18" charset="0"/>
                <a:ea typeface="宋体" panose="02010600030101010101" pitchFamily="2" charset="-122"/>
                <a:cs typeface="Times New Roman" panose="02020603050405020304" pitchFamily="18" charset="0"/>
              </a:rPr>
              <a:t>(11.20)</a:t>
            </a:r>
            <a:r>
              <a:rPr lang="zh-CN" altLang="en-US" sz="2800" dirty="0">
                <a:latin typeface="Times New Roman" panose="02020603050405020304" pitchFamily="18" charset="0"/>
                <a:ea typeface="宋体" panose="02010600030101010101" pitchFamily="2" charset="-122"/>
                <a:cs typeface="Times New Roman" panose="02020603050405020304" pitchFamily="18" charset="0"/>
              </a:rPr>
              <a:t>的计算公式；；</a:t>
            </a:r>
            <a:endParaRPr lang="en-US" altLang="zh-CN" sz="2800" dirty="0">
              <a:latin typeface="Times New Roman" panose="02020603050405020304" pitchFamily="18" charset="0"/>
              <a:ea typeface="宋体" panose="02010600030101010101" pitchFamily="2" charset="-122"/>
              <a:cs typeface="Times New Roman" panose="02020603050405020304" pitchFamily="18" charset="0"/>
            </a:endParaRPr>
          </a:p>
          <a:p>
            <a:r>
              <a:rPr lang="en-US" altLang="zh-CN" sz="2800" dirty="0">
                <a:latin typeface="Times New Roman" panose="02020603050405020304" pitchFamily="18" charset="0"/>
                <a:ea typeface="宋体" panose="02010600030101010101" pitchFamily="2" charset="-122"/>
                <a:cs typeface="Times New Roman" panose="02020603050405020304" pitchFamily="18" charset="0"/>
              </a:rPr>
              <a:t>4</a:t>
            </a:r>
            <a:r>
              <a:rPr lang="zh-CN" altLang="en-US" sz="2800" dirty="0">
                <a:latin typeface="Times New Roman" panose="02020603050405020304" pitchFamily="18" charset="0"/>
                <a:ea typeface="宋体" panose="02010600030101010101" pitchFamily="2" charset="-122"/>
                <a:cs typeface="Times New Roman" panose="02020603050405020304" pitchFamily="18" charset="0"/>
              </a:rPr>
              <a:t>、熟悉恒定电场规则的定义、各参数的变化的计算公式</a:t>
            </a:r>
            <a:r>
              <a:rPr lang="en-US" altLang="zh-CN" sz="2800" dirty="0">
                <a:latin typeface="Times New Roman" panose="02020603050405020304" pitchFamily="18" charset="0"/>
                <a:ea typeface="宋体" panose="02010600030101010101" pitchFamily="2" charset="-122"/>
                <a:cs typeface="Times New Roman" panose="02020603050405020304" pitchFamily="18" charset="0"/>
              </a:rPr>
              <a:t>(</a:t>
            </a:r>
            <a:r>
              <a:rPr lang="zh-CN" altLang="en-US" sz="2800" dirty="0">
                <a:latin typeface="Times New Roman" panose="02020603050405020304" pitchFamily="18" charset="0"/>
                <a:ea typeface="宋体" panose="02010600030101010101" pitchFamily="2" charset="-122"/>
                <a:cs typeface="Times New Roman" panose="02020603050405020304" pitchFamily="18" charset="0"/>
              </a:rPr>
              <a:t>表</a:t>
            </a:r>
            <a:r>
              <a:rPr lang="en-US" altLang="zh-CN" sz="2800" dirty="0">
                <a:latin typeface="Times New Roman" panose="02020603050405020304" pitchFamily="18" charset="0"/>
                <a:ea typeface="宋体" panose="02010600030101010101" pitchFamily="2" charset="-122"/>
                <a:cs typeface="Times New Roman" panose="02020603050405020304" pitchFamily="18" charset="0"/>
              </a:rPr>
              <a:t>11.1)</a:t>
            </a:r>
            <a:r>
              <a:rPr lang="zh-CN" altLang="en-US" sz="2800" dirty="0">
                <a:latin typeface="Times New Roman" panose="02020603050405020304" pitchFamily="18" charset="0"/>
                <a:ea typeface="宋体" panose="02010600030101010101" pitchFamily="2" charset="-122"/>
                <a:cs typeface="Times New Roman" panose="02020603050405020304" pitchFamily="18" charset="0"/>
              </a:rPr>
              <a:t>；</a:t>
            </a:r>
            <a:endParaRPr lang="en-US" altLang="zh-CN" sz="2800" dirty="0">
              <a:latin typeface="Times New Roman" panose="02020603050405020304" pitchFamily="18" charset="0"/>
              <a:ea typeface="宋体" panose="02010600030101010101" pitchFamily="2" charset="-122"/>
              <a:cs typeface="Times New Roman" panose="02020603050405020304" pitchFamily="18" charset="0"/>
            </a:endParaRPr>
          </a:p>
          <a:p>
            <a:r>
              <a:rPr lang="en-US" altLang="zh-CN" sz="2800" dirty="0">
                <a:latin typeface="Times New Roman" panose="02020603050405020304" pitchFamily="18" charset="0"/>
                <a:ea typeface="宋体" panose="02010600030101010101" pitchFamily="2" charset="-122"/>
                <a:cs typeface="Times New Roman" panose="02020603050405020304" pitchFamily="18" charset="0"/>
              </a:rPr>
              <a:t>5</a:t>
            </a:r>
            <a:r>
              <a:rPr lang="zh-CN" altLang="en-US" sz="2800" dirty="0">
                <a:latin typeface="Times New Roman" panose="02020603050405020304" pitchFamily="18" charset="0"/>
                <a:ea typeface="宋体" panose="02010600030101010101" pitchFamily="2" charset="-122"/>
                <a:cs typeface="Times New Roman" panose="02020603050405020304" pitchFamily="18" charset="0"/>
              </a:rPr>
              <a:t>、熟悉</a:t>
            </a:r>
            <a:r>
              <a:rPr lang="en-US" altLang="zh-CN" sz="2800" dirty="0">
                <a:latin typeface="Times New Roman" panose="02020603050405020304" pitchFamily="18" charset="0"/>
                <a:ea typeface="宋体" panose="02010600030101010101" pitchFamily="2" charset="-122"/>
                <a:cs typeface="Times New Roman" panose="02020603050405020304" pitchFamily="18" charset="0"/>
              </a:rPr>
              <a:t>MOSFET</a:t>
            </a:r>
            <a:r>
              <a:rPr lang="zh-CN" altLang="en-US" sz="2800" dirty="0">
                <a:latin typeface="Times New Roman" panose="02020603050405020304" pitchFamily="18" charset="0"/>
                <a:ea typeface="宋体" panose="02010600030101010101" pitchFamily="2" charset="-122"/>
                <a:cs typeface="Times New Roman" panose="02020603050405020304" pitchFamily="18" charset="0"/>
              </a:rPr>
              <a:t>窄沟道和短沟道引起阈值电压变化的原理和公式</a:t>
            </a:r>
            <a:r>
              <a:rPr lang="en-US" altLang="zh-CN" sz="2800" dirty="0">
                <a:latin typeface="Times New Roman" panose="02020603050405020304" pitchFamily="18" charset="0"/>
                <a:ea typeface="宋体" panose="02010600030101010101" pitchFamily="2" charset="-122"/>
                <a:cs typeface="Times New Roman" panose="02020603050405020304" pitchFamily="18" charset="0"/>
              </a:rPr>
              <a:t>(11.35)</a:t>
            </a:r>
            <a:r>
              <a:rPr lang="zh-CN" altLang="en-US" sz="2800" dirty="0">
                <a:latin typeface="Times New Roman" panose="02020603050405020304" pitchFamily="18" charset="0"/>
                <a:ea typeface="宋体" panose="02010600030101010101" pitchFamily="2" charset="-122"/>
                <a:cs typeface="Times New Roman" panose="02020603050405020304" pitchFamily="18" charset="0"/>
              </a:rPr>
              <a:t>；</a:t>
            </a:r>
            <a:endParaRPr lang="en-US" altLang="zh-CN" sz="2800" dirty="0">
              <a:latin typeface="Times New Roman" panose="02020603050405020304" pitchFamily="18" charset="0"/>
              <a:ea typeface="宋体" panose="02010600030101010101" pitchFamily="2" charset="-122"/>
              <a:cs typeface="Times New Roman" panose="02020603050405020304" pitchFamily="18" charset="0"/>
            </a:endParaRPr>
          </a:p>
          <a:p>
            <a:r>
              <a:rPr lang="en-US" altLang="zh-CN" sz="2800" dirty="0">
                <a:latin typeface="Times New Roman" panose="02020603050405020304" pitchFamily="18" charset="0"/>
                <a:ea typeface="宋体" panose="02010600030101010101" pitchFamily="2" charset="-122"/>
                <a:cs typeface="Times New Roman" panose="02020603050405020304" pitchFamily="18" charset="0"/>
              </a:rPr>
              <a:t>6</a:t>
            </a:r>
            <a:r>
              <a:rPr lang="zh-CN" altLang="en-US" sz="2800" dirty="0">
                <a:latin typeface="Times New Roman" panose="02020603050405020304" pitchFamily="18" charset="0"/>
                <a:ea typeface="宋体" panose="02010600030101010101" pitchFamily="2" charset="-122"/>
                <a:cs typeface="Times New Roman" panose="02020603050405020304" pitchFamily="18" charset="0"/>
              </a:rPr>
              <a:t>、掌握</a:t>
            </a:r>
            <a:r>
              <a:rPr lang="en-US" altLang="zh-CN" sz="2800" dirty="0">
                <a:latin typeface="Times New Roman" panose="02020603050405020304" pitchFamily="18" charset="0"/>
                <a:ea typeface="宋体" panose="02010600030101010101" pitchFamily="2" charset="-122"/>
                <a:cs typeface="Times New Roman" panose="02020603050405020304" pitchFamily="18" charset="0"/>
              </a:rPr>
              <a:t>MOSFET</a:t>
            </a:r>
            <a:r>
              <a:rPr lang="zh-CN" altLang="en-US" sz="2800" dirty="0">
                <a:latin typeface="Times New Roman" panose="02020603050405020304" pitchFamily="18" charset="0"/>
                <a:ea typeface="宋体" panose="02010600030101010101" pitchFamily="2" charset="-122"/>
                <a:cs typeface="Times New Roman" panose="02020603050405020304" pitchFamily="18" charset="0"/>
              </a:rPr>
              <a:t>的不同击穿类型原理。</a:t>
            </a:r>
            <a:endParaRPr lang="en-US" altLang="zh-CN" sz="2800" dirty="0">
              <a:latin typeface="Times New Roman" panose="02020603050405020304" pitchFamily="18" charset="0"/>
              <a:ea typeface="宋体" panose="02010600030101010101" pitchFamily="2" charset="-122"/>
              <a:cs typeface="Times New Roman" panose="02020603050405020304" pitchFamily="18" charset="0"/>
            </a:endParaRPr>
          </a:p>
        </p:txBody>
      </p:sp>
    </p:spTree>
    <p:extLst>
      <p:ext uri="{BB962C8B-B14F-4D97-AF65-F5344CB8AC3E}">
        <p14:creationId xmlns:p14="http://schemas.microsoft.com/office/powerpoint/2010/main" val="978945927"/>
      </p:ext>
    </p:extLst>
  </p:cSld>
  <p:clrMapOvr>
    <a:masterClrMapping/>
  </p:clrMapOvr>
</p:sld>
</file>

<file path=ppt/theme/theme1.xml><?xml version="1.0" encoding="utf-8"?>
<a:theme xmlns:a="http://schemas.openxmlformats.org/drawingml/2006/main" name="Office 主题​​">
  <a:themeElements>
    <a:clrScheme name="Office">
      <a:dk1>
        <a:sysClr val="windowText" lastClr="000000"/>
      </a:dk1>
      <a:lt1>
        <a:sysClr val="window" lastClr="FFFFFF"/>
      </a:lt1>
      <a:dk2>
        <a:srgbClr val="0E2841"/>
      </a:dk2>
      <a:lt2>
        <a:srgbClr val="E8E8E8"/>
      </a:lt2>
      <a:accent1>
        <a:srgbClr val="156082"/>
      </a:accent1>
      <a:accent2>
        <a:srgbClr val="E97132"/>
      </a:accent2>
      <a:accent3>
        <a:srgbClr val="196B24"/>
      </a:accent3>
      <a:accent4>
        <a:srgbClr val="0F9ED5"/>
      </a:accent4>
      <a:accent5>
        <a:srgbClr val="A02B93"/>
      </a:accent5>
      <a:accent6>
        <a:srgbClr val="4EA72E"/>
      </a:accent6>
      <a:hlink>
        <a:srgbClr val="467886"/>
      </a:hlink>
      <a:folHlink>
        <a:srgbClr val="96607D"/>
      </a:folHlink>
    </a:clrScheme>
    <a:fontScheme name="自定义 2">
      <a:majorFont>
        <a:latin typeface="微软雅黑"/>
        <a:ea typeface="微软雅黑"/>
        <a:cs typeface=""/>
      </a:majorFont>
      <a:minorFont>
        <a:latin typeface="微软雅黑"/>
        <a:ea typeface="微软雅黑"/>
        <a:cs typeface="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lumMod val="110000"/>
                <a:satMod val="105000"/>
                <a:tint val="67000"/>
              </a:schemeClr>
            </a:gs>
            <a:gs pos="50000">
              <a:schemeClr val="phClr">
                <a:lumMod val="105000"/>
                <a:satMod val="103000"/>
                <a:tint val="73000"/>
              </a:schemeClr>
            </a:gs>
            <a:gs pos="100000">
              <a:schemeClr val="phClr">
                <a:lumMod val="105000"/>
                <a:satMod val="109000"/>
                <a:tint val="81000"/>
              </a:schemeClr>
            </a:gs>
          </a:gsLst>
          <a:lin ang="5400000" scaled="0"/>
        </a:gradFill>
        <a:gradFill rotWithShape="1">
          <a:gsLst>
            <a:gs pos="0">
              <a:schemeClr val="phClr">
                <a:satMod val="103000"/>
                <a:lumMod val="102000"/>
                <a:tint val="94000"/>
              </a:schemeClr>
            </a:gs>
            <a:gs pos="50000">
              <a:schemeClr val="phClr">
                <a:satMod val="110000"/>
                <a:lumMod val="100000"/>
                <a:shade val="100000"/>
              </a:schemeClr>
            </a:gs>
            <a:gs pos="100000">
              <a:schemeClr val="phClr">
                <a:lumMod val="99000"/>
                <a:satMod val="120000"/>
                <a:shade val="78000"/>
              </a:schemeClr>
            </a:gs>
          </a:gsLst>
          <a:lin ang="5400000" scaled="0"/>
        </a:gradFill>
      </a:fillStyleLst>
      <a:lnStyleLst>
        <a:ln w="12700" cap="flat" cmpd="sng" algn="ctr">
          <a:solidFill>
            <a:schemeClr val="phClr"/>
          </a:solidFill>
          <a:prstDash val="solid"/>
          <a:miter lim="800000"/>
        </a:ln>
        <a:ln w="19050" cap="flat" cmpd="sng" algn="ctr">
          <a:solidFill>
            <a:schemeClr val="phClr"/>
          </a:solidFill>
          <a:prstDash val="solid"/>
          <a:miter lim="800000"/>
        </a:ln>
        <a:ln w="25400" cap="flat" cmpd="sng" algn="ctr">
          <a:solidFill>
            <a:schemeClr val="phClr"/>
          </a:solidFill>
          <a:prstDash val="solid"/>
          <a:miter lim="800000"/>
        </a:ln>
      </a:lnStyleLst>
      <a:effectStyleLst>
        <a:effectStyle>
          <a:effectLst/>
        </a:effectStyle>
        <a:effectStyle>
          <a:effectLst/>
        </a:effectStyle>
        <a:effectStyle>
          <a:effectLst>
            <a:outerShdw blurRad="57150" dist="19050" dir="5400000" algn="ctr" rotWithShape="0">
              <a:srgbClr val="000000">
                <a:alpha val="63000"/>
              </a:srgbClr>
            </a:outerShdw>
          </a:effectLst>
        </a:effectStyle>
      </a:effectStyleLst>
      <a:bgFillStyleLst>
        <a:solidFill>
          <a:schemeClr val="phClr"/>
        </a:solidFill>
        <a:solidFill>
          <a:schemeClr val="phClr">
            <a:tint val="95000"/>
            <a:satMod val="170000"/>
          </a:schemeClr>
        </a:solidFill>
        <a:gradFill rotWithShape="1">
          <a:gsLst>
            <a:gs pos="0">
              <a:schemeClr val="phClr">
                <a:tint val="93000"/>
                <a:satMod val="150000"/>
                <a:shade val="98000"/>
                <a:lumMod val="102000"/>
              </a:schemeClr>
            </a:gs>
            <a:gs pos="50000">
              <a:schemeClr val="phClr">
                <a:tint val="98000"/>
                <a:satMod val="130000"/>
                <a:shade val="90000"/>
                <a:lumMod val="103000"/>
              </a:schemeClr>
            </a:gs>
            <a:gs pos="100000">
              <a:schemeClr val="phClr">
                <a:shade val="63000"/>
                <a:satMod val="120000"/>
              </a:schemeClr>
            </a:gs>
          </a:gsLst>
          <a:lin ang="5400000" scaled="0"/>
        </a:gradFill>
      </a:bgFillStyleLst>
    </a:fmtScheme>
  </a:themeElements>
  <a:objectDefaults>
    <a:lnDef>
      <a:spPr/>
      <a:bodyPr/>
      <a:lstStyle/>
      <a:style>
        <a:lnRef idx="2">
          <a:schemeClr val="accent1"/>
        </a:lnRef>
        <a:fillRef idx="0">
          <a:schemeClr val="accent1"/>
        </a:fillRef>
        <a:effectRef idx="1">
          <a:schemeClr val="accent1"/>
        </a:effectRef>
        <a:fontRef idx="minor">
          <a:schemeClr val="tx1"/>
        </a:fontRef>
      </a:style>
    </a:lnDef>
  </a:objectDefaults>
  <a:extraClrSchemeLst/>
  <a:extLst>
    <a:ext uri="{05A4C25C-085E-4340-85A3-A5531E510DB2}">
      <thm15:themeFamily xmlns:thm15="http://schemas.microsoft.com/office/thememl/2012/main" name="Office Theme" id="{2E142A2C-CD16-42D6-873A-C26D2A0506FA}" vid="{1BDDFF52-6CD6-40A5-AB3C-68EB2F1E4D0A}"/>
    </a:ext>
  </a:extLst>
</a:theme>
</file>

<file path=ppt/theme/theme2.xml><?xml version="1.0" encoding="utf-8"?>
<a:theme xmlns:a="http://schemas.openxmlformats.org/drawingml/2006/main" name="Office 主题​​">
  <a:themeElements>
    <a:clrScheme name="Office">
      <a:dk1>
        <a:sysClr val="windowText" lastClr="000000"/>
      </a:dk1>
      <a:lt1>
        <a:sysClr val="window" lastClr="FFFFFF"/>
      </a:lt1>
      <a:dk2>
        <a:srgbClr val="44546A"/>
      </a:dk2>
      <a:lt2>
        <a:srgbClr val="E7E6E6"/>
      </a:lt2>
      <a:accent1>
        <a:srgbClr val="5B9BD5"/>
      </a:accent1>
      <a:accent2>
        <a:srgbClr val="ED7D31"/>
      </a:accent2>
      <a:accent3>
        <a:srgbClr val="A5A5A5"/>
      </a:accent3>
      <a:accent4>
        <a:srgbClr val="FFC000"/>
      </a:accent4>
      <a:accent5>
        <a:srgbClr val="4472C4"/>
      </a:accent5>
      <a:accent6>
        <a:srgbClr val="70AD47"/>
      </a:accent6>
      <a:hlink>
        <a:srgbClr val="0563C1"/>
      </a:hlink>
      <a:folHlink>
        <a:srgbClr val="954F72"/>
      </a:folHlink>
    </a:clrScheme>
    <a:fontScheme name="Office">
      <a:majorFont>
        <a:latin typeface="等线 Light" panose="020F0302020204030204"/>
        <a:ea typeface=""/>
        <a:cs typeface=""/>
        <a:font script="Jpan" typeface="游ゴシック Light"/>
        <a:font script="Hang" typeface="맑은 고딕"/>
        <a:font script="Hans" typeface="等线 Light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</a:majorFont>
      <a:minorFont>
        <a:latin typeface="等线" panose="020F0502020204030204"/>
        <a:ea typeface=""/>
        <a:cs typeface=""/>
        <a:font script="Jpan" typeface="游ゴシック"/>
        <a:font script="Hang" typeface="맑은 고딕"/>
        <a:font script="Hans" typeface="等线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lumMod val="110000"/>
                <a:satMod val="105000"/>
                <a:tint val="67000"/>
              </a:schemeClr>
            </a:gs>
            <a:gs pos="50000">
              <a:schemeClr val="phClr">
                <a:lumMod val="105000"/>
                <a:satMod val="103000"/>
                <a:tint val="73000"/>
              </a:schemeClr>
            </a:gs>
            <a:gs pos="100000">
              <a:schemeClr val="phClr">
                <a:lumMod val="105000"/>
                <a:satMod val="109000"/>
                <a:tint val="81000"/>
              </a:schemeClr>
            </a:gs>
          </a:gsLst>
          <a:lin ang="5400000" scaled="0"/>
        </a:gradFill>
        <a:gradFill rotWithShape="1">
          <a:gsLst>
            <a:gs pos="0">
              <a:schemeClr val="phClr">
                <a:satMod val="103000"/>
                <a:lumMod val="102000"/>
                <a:tint val="94000"/>
              </a:schemeClr>
            </a:gs>
            <a:gs pos="50000">
              <a:schemeClr val="phClr">
                <a:satMod val="110000"/>
                <a:lumMod val="100000"/>
                <a:shade val="100000"/>
              </a:schemeClr>
            </a:gs>
            <a:gs pos="100000">
              <a:schemeClr val="phClr">
                <a:lumMod val="99000"/>
                <a:satMod val="120000"/>
                <a:shade val="78000"/>
              </a:schemeClr>
            </a:gs>
          </a:gsLst>
          <a:lin ang="5400000" scaled="0"/>
        </a:gradFill>
      </a:fillStyleLst>
      <a:lnStyleLst>
        <a:ln w="6350" cap="flat" cmpd="sng" algn="ctr">
          <a:solidFill>
            <a:schemeClr val="phClr"/>
          </a:solidFill>
          <a:prstDash val="solid"/>
          <a:miter lim="800000"/>
        </a:ln>
        <a:ln w="12700" cap="flat" cmpd="sng" algn="ctr">
          <a:solidFill>
            <a:schemeClr val="phClr"/>
          </a:solidFill>
          <a:prstDash val="solid"/>
          <a:miter lim="800000"/>
        </a:ln>
        <a:ln w="19050" cap="flat" cmpd="sng" algn="ctr">
          <a:solidFill>
            <a:schemeClr val="phClr"/>
          </a:solidFill>
          <a:prstDash val="solid"/>
          <a:miter lim="800000"/>
        </a:ln>
      </a:lnStyleLst>
      <a:effectStyleLst>
        <a:effectStyle>
          <a:effectLst/>
        </a:effectStyle>
        <a:effectStyle>
          <a:effectLst/>
        </a:effectStyle>
        <a:effectStyle>
          <a:effectLst>
            <a:outerShdw blurRad="57150" dist="19050" dir="5400000" algn="ctr" rotWithShape="0">
              <a:srgbClr val="000000">
                <a:alpha val="63000"/>
              </a:srgbClr>
            </a:outerShdw>
          </a:effectLst>
        </a:effectStyle>
      </a:effectStyleLst>
      <a:bgFillStyleLst>
        <a:solidFill>
          <a:schemeClr val="phClr"/>
        </a:solidFill>
        <a:solidFill>
          <a:schemeClr val="phClr">
            <a:tint val="95000"/>
            <a:satMod val="170000"/>
          </a:schemeClr>
        </a:solidFill>
        <a:gradFill rotWithShape="1">
          <a:gsLst>
            <a:gs pos="0">
              <a:schemeClr val="phClr">
                <a:tint val="93000"/>
                <a:satMod val="150000"/>
                <a:shade val="98000"/>
                <a:lumMod val="102000"/>
              </a:schemeClr>
            </a:gs>
            <a:gs pos="50000">
              <a:schemeClr val="phClr">
                <a:tint val="98000"/>
                <a:satMod val="130000"/>
                <a:shade val="90000"/>
                <a:lumMod val="103000"/>
              </a:schemeClr>
            </a:gs>
            <a:gs pos="100000">
              <a:schemeClr val="phClr">
                <a:shade val="63000"/>
                <a:satMod val="120000"/>
              </a:schemeClr>
            </a:gs>
          </a:gsLst>
          <a:lin ang="5400000" scaled="0"/>
        </a:gradFill>
      </a:bgFillStyleLst>
    </a:fmtScheme>
  </a:themeElements>
  <a:objectDefaults/>
  <a:extraClrSchemeLst/>
  <a:extLst>
    <a:ext uri="{05A4C25C-085E-4340-85A3-A5531E510DB2}">
      <thm15:themeFamily xmlns:thm15="http://schemas.microsoft.com/office/thememl/2012/main" name="Office Theme" id="{62F939B6-93AF-4DB8-9C6B-D6C7DFDC589F}" vid="{4A3C46E8-61CC-4603-A589-7422A47A8E4A}"/>
    </a:ext>
  </a:extLst>
</a:theme>
</file>

<file path=docProps/app.xml><?xml version="1.0" encoding="utf-8"?>
<Properties xmlns="http://schemas.openxmlformats.org/officeDocument/2006/extended-properties" xmlns:vt="http://schemas.openxmlformats.org/officeDocument/2006/docPropsVTypes">
  <TotalTime>3048</TotalTime>
  <Words>503</Words>
  <Application>Microsoft Office PowerPoint</Application>
  <PresentationFormat>宽屏</PresentationFormat>
  <Paragraphs>36</Paragraphs>
  <Slides>4</Slides>
  <Notes>0</Notes>
  <HiddenSlides>0</HiddenSlides>
  <MMClips>0</MMClips>
  <ScaleCrop>false</ScaleCrop>
  <HeadingPairs>
    <vt:vector size="6" baseType="variant">
      <vt:variant>
        <vt:lpstr>已用的字体</vt:lpstr>
      </vt:variant>
      <vt:variant>
        <vt:i4>5</vt:i4>
      </vt:variant>
      <vt:variant>
        <vt:lpstr>主题</vt:lpstr>
      </vt:variant>
      <vt:variant>
        <vt:i4>1</vt:i4>
      </vt:variant>
      <vt:variant>
        <vt:lpstr>幻灯片标题</vt:lpstr>
      </vt:variant>
      <vt:variant>
        <vt:i4>4</vt:i4>
      </vt:variant>
    </vt:vector>
  </HeadingPairs>
  <TitlesOfParts>
    <vt:vector size="10" baseType="lpstr">
      <vt:lpstr>等线</vt:lpstr>
      <vt:lpstr>微软雅黑</vt:lpstr>
      <vt:lpstr>Arial</vt:lpstr>
      <vt:lpstr>Cambria Math</vt:lpstr>
      <vt:lpstr>Times New Roman</vt:lpstr>
      <vt:lpstr>Office 主题​​</vt:lpstr>
      <vt:lpstr>PowerPoint 演示文稿</vt:lpstr>
      <vt:lpstr>PowerPoint 演示文稿</vt:lpstr>
      <vt:lpstr>PowerPoint 演示文稿</vt:lpstr>
      <vt:lpstr>PowerPoint 演示文稿</vt:lpstr>
    </vt:vector>
  </TitlesOfParts>
  <Company/>
  <LinksUpToDate>false</LinksUpToDate>
  <SharedDoc>false</SharedDoc>
  <HyperlinksChanged>false</HyperlinksChanged>
  <AppVersion>16.0000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title>Lecture 1. pn junction</dc:title>
  <dc:creator>子尧 朱</dc:creator>
  <cp:lastModifiedBy>8619930159562</cp:lastModifiedBy>
  <cp:revision>303</cp:revision>
  <dcterms:created xsi:type="dcterms:W3CDTF">2024-07-22T02:53:17Z</dcterms:created>
  <dcterms:modified xsi:type="dcterms:W3CDTF">2025-12-10T01:55:20Z</dcterms:modified>
</cp:coreProperties>
</file>